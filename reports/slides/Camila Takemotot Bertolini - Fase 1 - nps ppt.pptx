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eading Now 71-78" charset="1" panose="00000000000000000000"/>
      <p:regular r:id="rId18"/>
    </p:embeddedFont>
    <p:embeddedFont>
      <p:font typeface="TT Firs Neue" charset="1" panose="02000503030000020004"/>
      <p:regular r:id="rId19"/>
    </p:embeddedFont>
    <p:embeddedFont>
      <p:font typeface="TT Firs Neue Bold" charset="1" panose="0200080303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407231" cy="399959"/>
            <a:chOff x="0" y="0"/>
            <a:chExt cx="7112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1200" cy="698499"/>
            </a:xfrm>
            <a:custGeom>
              <a:avLst/>
              <a:gdLst/>
              <a:ahLst/>
              <a:cxnLst/>
              <a:rect r="r" b="b" t="t" l="l"/>
              <a:pathLst>
                <a:path h="698499" w="711200">
                  <a:moveTo>
                    <a:pt x="685115" y="360641"/>
                  </a:moveTo>
                  <a:cubicBezTo>
                    <a:pt x="679370" y="354429"/>
                    <a:pt x="679379" y="344421"/>
                    <a:pt x="685114" y="338200"/>
                  </a:cubicBezTo>
                  <a:cubicBezTo>
                    <a:pt x="701040" y="320928"/>
                    <a:pt x="710352" y="298127"/>
                    <a:pt x="711012" y="274827"/>
                  </a:cubicBezTo>
                  <a:cubicBezTo>
                    <a:pt x="713217" y="216626"/>
                    <a:pt x="662461" y="177386"/>
                    <a:pt x="606428" y="173921"/>
                  </a:cubicBezTo>
                  <a:cubicBezTo>
                    <a:pt x="539706" y="173921"/>
                    <a:pt x="476081" y="240975"/>
                    <a:pt x="432998" y="282428"/>
                  </a:cubicBezTo>
                  <a:cubicBezTo>
                    <a:pt x="430088" y="285227"/>
                    <a:pt x="425512" y="286338"/>
                    <a:pt x="422609" y="283533"/>
                  </a:cubicBezTo>
                  <a:cubicBezTo>
                    <a:pt x="419696" y="280718"/>
                    <a:pt x="420784" y="276197"/>
                    <a:pt x="423600" y="273289"/>
                  </a:cubicBezTo>
                  <a:cubicBezTo>
                    <a:pt x="465849" y="229649"/>
                    <a:pt x="537503" y="161596"/>
                    <a:pt x="533176" y="94003"/>
                  </a:cubicBezTo>
                  <a:cubicBezTo>
                    <a:pt x="529921" y="42037"/>
                    <a:pt x="486575" y="-1905"/>
                    <a:pt x="432582" y="64"/>
                  </a:cubicBezTo>
                  <a:cubicBezTo>
                    <a:pt x="408377" y="540"/>
                    <a:pt x="385036" y="9860"/>
                    <a:pt x="367222" y="25639"/>
                  </a:cubicBezTo>
                  <a:cubicBezTo>
                    <a:pt x="360877" y="31260"/>
                    <a:pt x="350674" y="31246"/>
                    <a:pt x="344325" y="25628"/>
                  </a:cubicBezTo>
                  <a:cubicBezTo>
                    <a:pt x="326227" y="9615"/>
                    <a:pt x="302176" y="173"/>
                    <a:pt x="277727" y="173"/>
                  </a:cubicBezTo>
                  <a:cubicBezTo>
                    <a:pt x="219348" y="-723"/>
                    <a:pt x="180572" y="48613"/>
                    <a:pt x="177095" y="102920"/>
                  </a:cubicBezTo>
                  <a:cubicBezTo>
                    <a:pt x="176145" y="168415"/>
                    <a:pt x="245695" y="231167"/>
                    <a:pt x="287583" y="273277"/>
                  </a:cubicBezTo>
                  <a:cubicBezTo>
                    <a:pt x="290421" y="276131"/>
                    <a:pt x="291548" y="280609"/>
                    <a:pt x="288700" y="283455"/>
                  </a:cubicBezTo>
                  <a:cubicBezTo>
                    <a:pt x="285831" y="286323"/>
                    <a:pt x="281217" y="285256"/>
                    <a:pt x="278252" y="282485"/>
                  </a:cubicBezTo>
                  <a:cubicBezTo>
                    <a:pt x="233685" y="240847"/>
                    <a:pt x="164635" y="170835"/>
                    <a:pt x="95714" y="174851"/>
                  </a:cubicBezTo>
                  <a:cubicBezTo>
                    <a:pt x="52303" y="177606"/>
                    <a:pt x="12685" y="206873"/>
                    <a:pt x="2564" y="249008"/>
                  </a:cubicBezTo>
                  <a:cubicBezTo>
                    <a:pt x="-4907" y="280107"/>
                    <a:pt x="4251" y="314248"/>
                    <a:pt x="26102" y="337892"/>
                  </a:cubicBezTo>
                  <a:cubicBezTo>
                    <a:pt x="31845" y="344106"/>
                    <a:pt x="31844" y="354114"/>
                    <a:pt x="26105" y="360331"/>
                  </a:cubicBezTo>
                  <a:cubicBezTo>
                    <a:pt x="4395" y="383849"/>
                    <a:pt x="-4714" y="417440"/>
                    <a:pt x="2638" y="448410"/>
                  </a:cubicBezTo>
                  <a:cubicBezTo>
                    <a:pt x="13802" y="494883"/>
                    <a:pt x="57898" y="521719"/>
                    <a:pt x="104792" y="524537"/>
                  </a:cubicBezTo>
                  <a:cubicBezTo>
                    <a:pt x="176012" y="524537"/>
                    <a:pt x="231539" y="460818"/>
                    <a:pt x="278229" y="416011"/>
                  </a:cubicBezTo>
                  <a:cubicBezTo>
                    <a:pt x="281134" y="413222"/>
                    <a:pt x="285693" y="412118"/>
                    <a:pt x="288591" y="414913"/>
                  </a:cubicBezTo>
                  <a:cubicBezTo>
                    <a:pt x="291511" y="417731"/>
                    <a:pt x="290425" y="422264"/>
                    <a:pt x="287603" y="425177"/>
                  </a:cubicBezTo>
                  <a:cubicBezTo>
                    <a:pt x="245317" y="468843"/>
                    <a:pt x="173779" y="536847"/>
                    <a:pt x="178024" y="604454"/>
                  </a:cubicBezTo>
                  <a:cubicBezTo>
                    <a:pt x="181399" y="655784"/>
                    <a:pt x="223583" y="699417"/>
                    <a:pt x="276948" y="698485"/>
                  </a:cubicBezTo>
                  <a:cubicBezTo>
                    <a:pt x="301620" y="698485"/>
                    <a:pt x="325832" y="689187"/>
                    <a:pt x="344100" y="672936"/>
                  </a:cubicBezTo>
                  <a:cubicBezTo>
                    <a:pt x="350434" y="667301"/>
                    <a:pt x="360624" y="667296"/>
                    <a:pt x="366958" y="672930"/>
                  </a:cubicBezTo>
                  <a:cubicBezTo>
                    <a:pt x="384603" y="688619"/>
                    <a:pt x="407703" y="697727"/>
                    <a:pt x="431486" y="698376"/>
                  </a:cubicBezTo>
                  <a:cubicBezTo>
                    <a:pt x="490714" y="700413"/>
                    <a:pt x="530644" y="650723"/>
                    <a:pt x="534123" y="595648"/>
                  </a:cubicBezTo>
                  <a:cubicBezTo>
                    <a:pt x="535073" y="530208"/>
                    <a:pt x="465567" y="467323"/>
                    <a:pt x="423655" y="425298"/>
                  </a:cubicBezTo>
                  <a:cubicBezTo>
                    <a:pt x="420806" y="422440"/>
                    <a:pt x="419675" y="417946"/>
                    <a:pt x="422530" y="415093"/>
                  </a:cubicBezTo>
                  <a:cubicBezTo>
                    <a:pt x="425395" y="412232"/>
                    <a:pt x="429999" y="413301"/>
                    <a:pt x="432960" y="416066"/>
                  </a:cubicBezTo>
                  <a:cubicBezTo>
                    <a:pt x="477528" y="457697"/>
                    <a:pt x="546581" y="527728"/>
                    <a:pt x="615504" y="523697"/>
                  </a:cubicBezTo>
                  <a:cubicBezTo>
                    <a:pt x="668288" y="520349"/>
                    <a:pt x="713029" y="477810"/>
                    <a:pt x="711143" y="424871"/>
                  </a:cubicBezTo>
                  <a:cubicBezTo>
                    <a:pt x="710660" y="401255"/>
                    <a:pt x="701293" y="378126"/>
                    <a:pt x="685115" y="360641"/>
                  </a:cubicBezTo>
                  <a:close/>
                </a:path>
              </a:pathLst>
            </a:custGeom>
            <a:solidFill>
              <a:srgbClr val="DB6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330200" cy="37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874791" y="2325945"/>
            <a:ext cx="10076788" cy="6781543"/>
            <a:chOff x="0" y="0"/>
            <a:chExt cx="2653969" cy="17860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53969" cy="1786085"/>
            </a:xfrm>
            <a:custGeom>
              <a:avLst/>
              <a:gdLst/>
              <a:ahLst/>
              <a:cxnLst/>
              <a:rect r="r" b="b" t="t" l="l"/>
              <a:pathLst>
                <a:path h="1786085" w="2653969">
                  <a:moveTo>
                    <a:pt x="71451" y="0"/>
                  </a:moveTo>
                  <a:lnTo>
                    <a:pt x="2582518" y="0"/>
                  </a:lnTo>
                  <a:cubicBezTo>
                    <a:pt x="2621979" y="0"/>
                    <a:pt x="2653969" y="31990"/>
                    <a:pt x="2653969" y="71451"/>
                  </a:cubicBezTo>
                  <a:lnTo>
                    <a:pt x="2653969" y="1714634"/>
                  </a:lnTo>
                  <a:cubicBezTo>
                    <a:pt x="2653969" y="1754096"/>
                    <a:pt x="2621979" y="1786085"/>
                    <a:pt x="2582518" y="1786085"/>
                  </a:cubicBezTo>
                  <a:lnTo>
                    <a:pt x="71451" y="1786085"/>
                  </a:lnTo>
                  <a:cubicBezTo>
                    <a:pt x="31990" y="1786085"/>
                    <a:pt x="0" y="1754096"/>
                    <a:pt x="0" y="1714634"/>
                  </a:cubicBezTo>
                  <a:lnTo>
                    <a:pt x="0" y="71451"/>
                  </a:lnTo>
                  <a:cubicBezTo>
                    <a:pt x="0" y="31990"/>
                    <a:pt x="31990" y="0"/>
                    <a:pt x="71451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653969" cy="1843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38907" y="2947378"/>
            <a:ext cx="7620393" cy="5320420"/>
          </a:xfrm>
          <a:custGeom>
            <a:avLst/>
            <a:gdLst/>
            <a:ahLst/>
            <a:cxnLst/>
            <a:rect r="r" b="b" t="t" l="l"/>
            <a:pathLst>
              <a:path h="5320420" w="7620393">
                <a:moveTo>
                  <a:pt x="0" y="0"/>
                </a:moveTo>
                <a:lnTo>
                  <a:pt x="7620393" y="0"/>
                </a:lnTo>
                <a:lnTo>
                  <a:pt x="7620393" y="5320420"/>
                </a:lnTo>
                <a:lnTo>
                  <a:pt x="0" y="5320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47195" y="2947378"/>
            <a:ext cx="1812105" cy="497505"/>
          </a:xfrm>
          <a:custGeom>
            <a:avLst/>
            <a:gdLst/>
            <a:ahLst/>
            <a:cxnLst/>
            <a:rect r="r" b="b" t="t" l="l"/>
            <a:pathLst>
              <a:path h="497505" w="1812105">
                <a:moveTo>
                  <a:pt x="0" y="0"/>
                </a:moveTo>
                <a:lnTo>
                  <a:pt x="1812105" y="0"/>
                </a:lnTo>
                <a:lnTo>
                  <a:pt x="1812105" y="497505"/>
                </a:lnTo>
                <a:lnTo>
                  <a:pt x="0" y="4975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43802" y="8395752"/>
            <a:ext cx="1212881" cy="443253"/>
          </a:xfrm>
          <a:custGeom>
            <a:avLst/>
            <a:gdLst/>
            <a:ahLst/>
            <a:cxnLst/>
            <a:rect r="r" b="b" t="t" l="l"/>
            <a:pathLst>
              <a:path h="443253" w="1212881">
                <a:moveTo>
                  <a:pt x="0" y="0"/>
                </a:moveTo>
                <a:lnTo>
                  <a:pt x="1212882" y="0"/>
                </a:lnTo>
                <a:lnTo>
                  <a:pt x="1212882" y="443253"/>
                </a:lnTo>
                <a:lnTo>
                  <a:pt x="0" y="443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756878"/>
            <a:ext cx="8115300" cy="421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0"/>
              </a:lnSpc>
            </a:pPr>
            <a:r>
              <a:rPr lang="en-US" sz="9043" spc="-497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</a:t>
            </a:r>
            <a:r>
              <a:rPr lang="en-US" sz="9043" spc="-497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nálise de Satisfação do Cliente (NPS)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159483"/>
            <a:ext cx="7413943" cy="312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77"/>
              </a:lnSpc>
              <a:spcBef>
                <a:spcPct val="0"/>
              </a:spcBef>
            </a:pPr>
            <a:r>
              <a:rPr lang="en-US" sz="3555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Como fatores o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er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ais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impac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ta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m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 ex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peri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ê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cia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 com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 a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te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cipa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 c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ien</a:t>
            </a:r>
            <a:r>
              <a:rPr lang="en-US" sz="3555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tes insatisfeitos</a:t>
            </a:r>
          </a:p>
          <a:p>
            <a:pPr algn="l" marL="0" indent="0" lvl="0">
              <a:lnSpc>
                <a:spcPts val="497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977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4012137" y="8607425"/>
            <a:ext cx="382729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Camila Takemoto Bertolini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31307" y="8909050"/>
            <a:ext cx="196807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4981" y="1030242"/>
            <a:ext cx="534075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Tech Ch</a:t>
            </a:r>
            <a:r>
              <a:rPr lang="en-US" b="true" sz="2000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allenge Fase 1 | FIAP AI Scientist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08510" y="1937011"/>
            <a:ext cx="13270981" cy="4624255"/>
            <a:chOff x="0" y="0"/>
            <a:chExt cx="3495238" cy="1217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5238" cy="1217911"/>
            </a:xfrm>
            <a:custGeom>
              <a:avLst/>
              <a:gdLst/>
              <a:ahLst/>
              <a:cxnLst/>
              <a:rect r="r" b="b" t="t" l="l"/>
              <a:pathLst>
                <a:path h="1217911" w="3495238">
                  <a:moveTo>
                    <a:pt x="54254" y="0"/>
                  </a:moveTo>
                  <a:lnTo>
                    <a:pt x="3440984" y="0"/>
                  </a:lnTo>
                  <a:cubicBezTo>
                    <a:pt x="3470948" y="0"/>
                    <a:pt x="3495238" y="24290"/>
                    <a:pt x="3495238" y="54254"/>
                  </a:cubicBezTo>
                  <a:lnTo>
                    <a:pt x="3495238" y="1163657"/>
                  </a:lnTo>
                  <a:cubicBezTo>
                    <a:pt x="3495238" y="1178046"/>
                    <a:pt x="3489522" y="1191846"/>
                    <a:pt x="3479347" y="1202020"/>
                  </a:cubicBezTo>
                  <a:cubicBezTo>
                    <a:pt x="3469173" y="1212195"/>
                    <a:pt x="3455373" y="1217911"/>
                    <a:pt x="3440984" y="1217911"/>
                  </a:cubicBezTo>
                  <a:lnTo>
                    <a:pt x="54254" y="1217911"/>
                  </a:lnTo>
                  <a:cubicBezTo>
                    <a:pt x="24290" y="1217911"/>
                    <a:pt x="0" y="1193621"/>
                    <a:pt x="0" y="1163657"/>
                  </a:cubicBezTo>
                  <a:lnTo>
                    <a:pt x="0" y="54254"/>
                  </a:lnTo>
                  <a:cubicBezTo>
                    <a:pt x="0" y="24290"/>
                    <a:pt x="24290" y="0"/>
                    <a:pt x="54254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495238" cy="1275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745892" y="6172200"/>
            <a:ext cx="6796216" cy="4114800"/>
          </a:xfrm>
          <a:custGeom>
            <a:avLst/>
            <a:gdLst/>
            <a:ahLst/>
            <a:cxnLst/>
            <a:rect r="r" b="b" t="t" l="l"/>
            <a:pathLst>
              <a:path h="4114800" w="6796216">
                <a:moveTo>
                  <a:pt x="0" y="0"/>
                </a:moveTo>
                <a:lnTo>
                  <a:pt x="6796216" y="0"/>
                </a:lnTo>
                <a:lnTo>
                  <a:pt x="67962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04431" y="7836293"/>
            <a:ext cx="1446947" cy="786613"/>
          </a:xfrm>
          <a:custGeom>
            <a:avLst/>
            <a:gdLst/>
            <a:ahLst/>
            <a:cxnLst/>
            <a:rect r="r" b="b" t="t" l="l"/>
            <a:pathLst>
              <a:path h="786613" w="1446947">
                <a:moveTo>
                  <a:pt x="0" y="0"/>
                </a:moveTo>
                <a:lnTo>
                  <a:pt x="1446948" y="0"/>
                </a:lnTo>
                <a:lnTo>
                  <a:pt x="1446948" y="786614"/>
                </a:lnTo>
                <a:lnTo>
                  <a:pt x="0" y="786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86350" y="1909872"/>
            <a:ext cx="8115300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</a:t>
            </a: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ontexto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58984" y="3121025"/>
            <a:ext cx="12170032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-co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m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merce,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 exper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ência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do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c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iente é um fat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or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crí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ico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ra r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enção 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c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resciment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No 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tanto: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• Exi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ste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al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v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ab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dade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NPS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• C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li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om 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x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ê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nci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as sim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ilare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apres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am níveis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d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ife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ntes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de 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tisf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ção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•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F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al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h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op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racio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ais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im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pact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am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d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reta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men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te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percepção do cl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ente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056017" y="7836293"/>
            <a:ext cx="1446947" cy="786613"/>
          </a:xfrm>
          <a:custGeom>
            <a:avLst/>
            <a:gdLst/>
            <a:ahLst/>
            <a:cxnLst/>
            <a:rect r="r" b="b" t="t" l="l"/>
            <a:pathLst>
              <a:path h="786613" w="1446947">
                <a:moveTo>
                  <a:pt x="0" y="0"/>
                </a:moveTo>
                <a:lnTo>
                  <a:pt x="1446947" y="0"/>
                </a:lnTo>
                <a:lnTo>
                  <a:pt x="1446947" y="786614"/>
                </a:lnTo>
                <a:lnTo>
                  <a:pt x="0" y="786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1028700"/>
            <a:ext cx="407231" cy="399959"/>
            <a:chOff x="0" y="0"/>
            <a:chExt cx="711200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1200" cy="698499"/>
            </a:xfrm>
            <a:custGeom>
              <a:avLst/>
              <a:gdLst/>
              <a:ahLst/>
              <a:cxnLst/>
              <a:rect r="r" b="b" t="t" l="l"/>
              <a:pathLst>
                <a:path h="698499" w="711200">
                  <a:moveTo>
                    <a:pt x="685115" y="360641"/>
                  </a:moveTo>
                  <a:cubicBezTo>
                    <a:pt x="679370" y="354429"/>
                    <a:pt x="679379" y="344421"/>
                    <a:pt x="685114" y="338200"/>
                  </a:cubicBezTo>
                  <a:cubicBezTo>
                    <a:pt x="701040" y="320928"/>
                    <a:pt x="710352" y="298127"/>
                    <a:pt x="711012" y="274827"/>
                  </a:cubicBezTo>
                  <a:cubicBezTo>
                    <a:pt x="713217" y="216626"/>
                    <a:pt x="662461" y="177386"/>
                    <a:pt x="606428" y="173921"/>
                  </a:cubicBezTo>
                  <a:cubicBezTo>
                    <a:pt x="539706" y="173921"/>
                    <a:pt x="476081" y="240975"/>
                    <a:pt x="432998" y="282428"/>
                  </a:cubicBezTo>
                  <a:cubicBezTo>
                    <a:pt x="430088" y="285227"/>
                    <a:pt x="425512" y="286338"/>
                    <a:pt x="422609" y="283533"/>
                  </a:cubicBezTo>
                  <a:cubicBezTo>
                    <a:pt x="419696" y="280718"/>
                    <a:pt x="420784" y="276197"/>
                    <a:pt x="423600" y="273289"/>
                  </a:cubicBezTo>
                  <a:cubicBezTo>
                    <a:pt x="465849" y="229649"/>
                    <a:pt x="537503" y="161596"/>
                    <a:pt x="533176" y="94003"/>
                  </a:cubicBezTo>
                  <a:cubicBezTo>
                    <a:pt x="529921" y="42037"/>
                    <a:pt x="486575" y="-1905"/>
                    <a:pt x="432582" y="64"/>
                  </a:cubicBezTo>
                  <a:cubicBezTo>
                    <a:pt x="408377" y="540"/>
                    <a:pt x="385036" y="9860"/>
                    <a:pt x="367222" y="25639"/>
                  </a:cubicBezTo>
                  <a:cubicBezTo>
                    <a:pt x="360877" y="31260"/>
                    <a:pt x="350674" y="31246"/>
                    <a:pt x="344325" y="25628"/>
                  </a:cubicBezTo>
                  <a:cubicBezTo>
                    <a:pt x="326227" y="9615"/>
                    <a:pt x="302176" y="173"/>
                    <a:pt x="277727" y="173"/>
                  </a:cubicBezTo>
                  <a:cubicBezTo>
                    <a:pt x="219348" y="-723"/>
                    <a:pt x="180572" y="48613"/>
                    <a:pt x="177095" y="102920"/>
                  </a:cubicBezTo>
                  <a:cubicBezTo>
                    <a:pt x="176145" y="168415"/>
                    <a:pt x="245695" y="231167"/>
                    <a:pt x="287583" y="273277"/>
                  </a:cubicBezTo>
                  <a:cubicBezTo>
                    <a:pt x="290421" y="276131"/>
                    <a:pt x="291548" y="280609"/>
                    <a:pt x="288700" y="283455"/>
                  </a:cubicBezTo>
                  <a:cubicBezTo>
                    <a:pt x="285831" y="286323"/>
                    <a:pt x="281217" y="285256"/>
                    <a:pt x="278252" y="282485"/>
                  </a:cubicBezTo>
                  <a:cubicBezTo>
                    <a:pt x="233685" y="240847"/>
                    <a:pt x="164635" y="170835"/>
                    <a:pt x="95714" y="174851"/>
                  </a:cubicBezTo>
                  <a:cubicBezTo>
                    <a:pt x="52303" y="177606"/>
                    <a:pt x="12685" y="206873"/>
                    <a:pt x="2564" y="249008"/>
                  </a:cubicBezTo>
                  <a:cubicBezTo>
                    <a:pt x="-4907" y="280107"/>
                    <a:pt x="4251" y="314248"/>
                    <a:pt x="26102" y="337892"/>
                  </a:cubicBezTo>
                  <a:cubicBezTo>
                    <a:pt x="31845" y="344106"/>
                    <a:pt x="31844" y="354114"/>
                    <a:pt x="26105" y="360331"/>
                  </a:cubicBezTo>
                  <a:cubicBezTo>
                    <a:pt x="4395" y="383849"/>
                    <a:pt x="-4714" y="417440"/>
                    <a:pt x="2638" y="448410"/>
                  </a:cubicBezTo>
                  <a:cubicBezTo>
                    <a:pt x="13802" y="494883"/>
                    <a:pt x="57898" y="521719"/>
                    <a:pt x="104792" y="524537"/>
                  </a:cubicBezTo>
                  <a:cubicBezTo>
                    <a:pt x="176012" y="524537"/>
                    <a:pt x="231539" y="460818"/>
                    <a:pt x="278229" y="416011"/>
                  </a:cubicBezTo>
                  <a:cubicBezTo>
                    <a:pt x="281134" y="413222"/>
                    <a:pt x="285693" y="412118"/>
                    <a:pt x="288591" y="414913"/>
                  </a:cubicBezTo>
                  <a:cubicBezTo>
                    <a:pt x="291511" y="417731"/>
                    <a:pt x="290425" y="422264"/>
                    <a:pt x="287603" y="425177"/>
                  </a:cubicBezTo>
                  <a:cubicBezTo>
                    <a:pt x="245317" y="468843"/>
                    <a:pt x="173779" y="536847"/>
                    <a:pt x="178024" y="604454"/>
                  </a:cubicBezTo>
                  <a:cubicBezTo>
                    <a:pt x="181399" y="655784"/>
                    <a:pt x="223583" y="699417"/>
                    <a:pt x="276948" y="698485"/>
                  </a:cubicBezTo>
                  <a:cubicBezTo>
                    <a:pt x="301620" y="698485"/>
                    <a:pt x="325832" y="689187"/>
                    <a:pt x="344100" y="672936"/>
                  </a:cubicBezTo>
                  <a:cubicBezTo>
                    <a:pt x="350434" y="667301"/>
                    <a:pt x="360624" y="667296"/>
                    <a:pt x="366958" y="672930"/>
                  </a:cubicBezTo>
                  <a:cubicBezTo>
                    <a:pt x="384603" y="688619"/>
                    <a:pt x="407703" y="697727"/>
                    <a:pt x="431486" y="698376"/>
                  </a:cubicBezTo>
                  <a:cubicBezTo>
                    <a:pt x="490714" y="700413"/>
                    <a:pt x="530644" y="650723"/>
                    <a:pt x="534123" y="595648"/>
                  </a:cubicBezTo>
                  <a:cubicBezTo>
                    <a:pt x="535073" y="530208"/>
                    <a:pt x="465567" y="467323"/>
                    <a:pt x="423655" y="425298"/>
                  </a:cubicBezTo>
                  <a:cubicBezTo>
                    <a:pt x="420806" y="422440"/>
                    <a:pt x="419675" y="417946"/>
                    <a:pt x="422530" y="415093"/>
                  </a:cubicBezTo>
                  <a:cubicBezTo>
                    <a:pt x="425395" y="412232"/>
                    <a:pt x="429999" y="413301"/>
                    <a:pt x="432960" y="416066"/>
                  </a:cubicBezTo>
                  <a:cubicBezTo>
                    <a:pt x="477528" y="457697"/>
                    <a:pt x="546581" y="527728"/>
                    <a:pt x="615504" y="523697"/>
                  </a:cubicBezTo>
                  <a:cubicBezTo>
                    <a:pt x="668288" y="520349"/>
                    <a:pt x="713029" y="477810"/>
                    <a:pt x="711143" y="424871"/>
                  </a:cubicBezTo>
                  <a:cubicBezTo>
                    <a:pt x="710660" y="401255"/>
                    <a:pt x="701293" y="378126"/>
                    <a:pt x="685115" y="360641"/>
                  </a:cubicBezTo>
                  <a:close/>
                </a:path>
              </a:pathLst>
            </a:custGeom>
            <a:solidFill>
              <a:srgbClr val="DB643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90500" y="133350"/>
              <a:ext cx="330200" cy="37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407231" cy="399959"/>
            <a:chOff x="0" y="0"/>
            <a:chExt cx="7112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1200" cy="698499"/>
            </a:xfrm>
            <a:custGeom>
              <a:avLst/>
              <a:gdLst/>
              <a:ahLst/>
              <a:cxnLst/>
              <a:rect r="r" b="b" t="t" l="l"/>
              <a:pathLst>
                <a:path h="698499" w="711200">
                  <a:moveTo>
                    <a:pt x="685115" y="360641"/>
                  </a:moveTo>
                  <a:cubicBezTo>
                    <a:pt x="679370" y="354429"/>
                    <a:pt x="679379" y="344421"/>
                    <a:pt x="685114" y="338200"/>
                  </a:cubicBezTo>
                  <a:cubicBezTo>
                    <a:pt x="701040" y="320928"/>
                    <a:pt x="710352" y="298127"/>
                    <a:pt x="711012" y="274827"/>
                  </a:cubicBezTo>
                  <a:cubicBezTo>
                    <a:pt x="713217" y="216626"/>
                    <a:pt x="662461" y="177386"/>
                    <a:pt x="606428" y="173921"/>
                  </a:cubicBezTo>
                  <a:cubicBezTo>
                    <a:pt x="539706" y="173921"/>
                    <a:pt x="476081" y="240975"/>
                    <a:pt x="432998" y="282428"/>
                  </a:cubicBezTo>
                  <a:cubicBezTo>
                    <a:pt x="430088" y="285227"/>
                    <a:pt x="425512" y="286338"/>
                    <a:pt x="422609" y="283533"/>
                  </a:cubicBezTo>
                  <a:cubicBezTo>
                    <a:pt x="419696" y="280718"/>
                    <a:pt x="420784" y="276197"/>
                    <a:pt x="423600" y="273289"/>
                  </a:cubicBezTo>
                  <a:cubicBezTo>
                    <a:pt x="465849" y="229649"/>
                    <a:pt x="537503" y="161596"/>
                    <a:pt x="533176" y="94003"/>
                  </a:cubicBezTo>
                  <a:cubicBezTo>
                    <a:pt x="529921" y="42037"/>
                    <a:pt x="486575" y="-1905"/>
                    <a:pt x="432582" y="64"/>
                  </a:cubicBezTo>
                  <a:cubicBezTo>
                    <a:pt x="408377" y="540"/>
                    <a:pt x="385036" y="9860"/>
                    <a:pt x="367222" y="25639"/>
                  </a:cubicBezTo>
                  <a:cubicBezTo>
                    <a:pt x="360877" y="31260"/>
                    <a:pt x="350674" y="31246"/>
                    <a:pt x="344325" y="25628"/>
                  </a:cubicBezTo>
                  <a:cubicBezTo>
                    <a:pt x="326227" y="9615"/>
                    <a:pt x="302176" y="173"/>
                    <a:pt x="277727" y="173"/>
                  </a:cubicBezTo>
                  <a:cubicBezTo>
                    <a:pt x="219348" y="-723"/>
                    <a:pt x="180572" y="48613"/>
                    <a:pt x="177095" y="102920"/>
                  </a:cubicBezTo>
                  <a:cubicBezTo>
                    <a:pt x="176145" y="168415"/>
                    <a:pt x="245695" y="231167"/>
                    <a:pt x="287583" y="273277"/>
                  </a:cubicBezTo>
                  <a:cubicBezTo>
                    <a:pt x="290421" y="276131"/>
                    <a:pt x="291548" y="280609"/>
                    <a:pt x="288700" y="283455"/>
                  </a:cubicBezTo>
                  <a:cubicBezTo>
                    <a:pt x="285831" y="286323"/>
                    <a:pt x="281217" y="285256"/>
                    <a:pt x="278252" y="282485"/>
                  </a:cubicBezTo>
                  <a:cubicBezTo>
                    <a:pt x="233685" y="240847"/>
                    <a:pt x="164635" y="170835"/>
                    <a:pt x="95714" y="174851"/>
                  </a:cubicBezTo>
                  <a:cubicBezTo>
                    <a:pt x="52303" y="177606"/>
                    <a:pt x="12685" y="206873"/>
                    <a:pt x="2564" y="249008"/>
                  </a:cubicBezTo>
                  <a:cubicBezTo>
                    <a:pt x="-4907" y="280107"/>
                    <a:pt x="4251" y="314248"/>
                    <a:pt x="26102" y="337892"/>
                  </a:cubicBezTo>
                  <a:cubicBezTo>
                    <a:pt x="31845" y="344106"/>
                    <a:pt x="31844" y="354114"/>
                    <a:pt x="26105" y="360331"/>
                  </a:cubicBezTo>
                  <a:cubicBezTo>
                    <a:pt x="4395" y="383849"/>
                    <a:pt x="-4714" y="417440"/>
                    <a:pt x="2638" y="448410"/>
                  </a:cubicBezTo>
                  <a:cubicBezTo>
                    <a:pt x="13802" y="494883"/>
                    <a:pt x="57898" y="521719"/>
                    <a:pt x="104792" y="524537"/>
                  </a:cubicBezTo>
                  <a:cubicBezTo>
                    <a:pt x="176012" y="524537"/>
                    <a:pt x="231539" y="460818"/>
                    <a:pt x="278229" y="416011"/>
                  </a:cubicBezTo>
                  <a:cubicBezTo>
                    <a:pt x="281134" y="413222"/>
                    <a:pt x="285693" y="412118"/>
                    <a:pt x="288591" y="414913"/>
                  </a:cubicBezTo>
                  <a:cubicBezTo>
                    <a:pt x="291511" y="417731"/>
                    <a:pt x="290425" y="422264"/>
                    <a:pt x="287603" y="425177"/>
                  </a:cubicBezTo>
                  <a:cubicBezTo>
                    <a:pt x="245317" y="468843"/>
                    <a:pt x="173779" y="536847"/>
                    <a:pt x="178024" y="604454"/>
                  </a:cubicBezTo>
                  <a:cubicBezTo>
                    <a:pt x="181399" y="655784"/>
                    <a:pt x="223583" y="699417"/>
                    <a:pt x="276948" y="698485"/>
                  </a:cubicBezTo>
                  <a:cubicBezTo>
                    <a:pt x="301620" y="698485"/>
                    <a:pt x="325832" y="689187"/>
                    <a:pt x="344100" y="672936"/>
                  </a:cubicBezTo>
                  <a:cubicBezTo>
                    <a:pt x="350434" y="667301"/>
                    <a:pt x="360624" y="667296"/>
                    <a:pt x="366958" y="672930"/>
                  </a:cubicBezTo>
                  <a:cubicBezTo>
                    <a:pt x="384603" y="688619"/>
                    <a:pt x="407703" y="697727"/>
                    <a:pt x="431486" y="698376"/>
                  </a:cubicBezTo>
                  <a:cubicBezTo>
                    <a:pt x="490714" y="700413"/>
                    <a:pt x="530644" y="650723"/>
                    <a:pt x="534123" y="595648"/>
                  </a:cubicBezTo>
                  <a:cubicBezTo>
                    <a:pt x="535073" y="530208"/>
                    <a:pt x="465567" y="467323"/>
                    <a:pt x="423655" y="425298"/>
                  </a:cubicBezTo>
                  <a:cubicBezTo>
                    <a:pt x="420806" y="422440"/>
                    <a:pt x="419675" y="417946"/>
                    <a:pt x="422530" y="415093"/>
                  </a:cubicBezTo>
                  <a:cubicBezTo>
                    <a:pt x="425395" y="412232"/>
                    <a:pt x="429999" y="413301"/>
                    <a:pt x="432960" y="416066"/>
                  </a:cubicBezTo>
                  <a:cubicBezTo>
                    <a:pt x="477528" y="457697"/>
                    <a:pt x="546581" y="527728"/>
                    <a:pt x="615504" y="523697"/>
                  </a:cubicBezTo>
                  <a:cubicBezTo>
                    <a:pt x="668288" y="520349"/>
                    <a:pt x="713029" y="477810"/>
                    <a:pt x="711143" y="424871"/>
                  </a:cubicBezTo>
                  <a:cubicBezTo>
                    <a:pt x="710660" y="401255"/>
                    <a:pt x="701293" y="378126"/>
                    <a:pt x="685115" y="360641"/>
                  </a:cubicBezTo>
                  <a:close/>
                </a:path>
              </a:pathLst>
            </a:custGeom>
            <a:solidFill>
              <a:srgbClr val="DB6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330200" cy="37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587265" y="2134617"/>
            <a:ext cx="14871789" cy="7123683"/>
            <a:chOff x="0" y="0"/>
            <a:chExt cx="3916850" cy="18761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16850" cy="1876197"/>
            </a:xfrm>
            <a:custGeom>
              <a:avLst/>
              <a:gdLst/>
              <a:ahLst/>
              <a:cxnLst/>
              <a:rect r="r" b="b" t="t" l="l"/>
              <a:pathLst>
                <a:path h="1876197" w="3916850">
                  <a:moveTo>
                    <a:pt x="48414" y="0"/>
                  </a:moveTo>
                  <a:lnTo>
                    <a:pt x="3868436" y="0"/>
                  </a:lnTo>
                  <a:cubicBezTo>
                    <a:pt x="3895175" y="0"/>
                    <a:pt x="3916850" y="21676"/>
                    <a:pt x="3916850" y="48414"/>
                  </a:cubicBezTo>
                  <a:lnTo>
                    <a:pt x="3916850" y="1827783"/>
                  </a:lnTo>
                  <a:cubicBezTo>
                    <a:pt x="3916850" y="1840623"/>
                    <a:pt x="3911749" y="1852937"/>
                    <a:pt x="3902670" y="1862017"/>
                  </a:cubicBezTo>
                  <a:cubicBezTo>
                    <a:pt x="3893591" y="1871096"/>
                    <a:pt x="3881277" y="1876197"/>
                    <a:pt x="3868436" y="1876197"/>
                  </a:cubicBezTo>
                  <a:lnTo>
                    <a:pt x="48414" y="1876197"/>
                  </a:lnTo>
                  <a:cubicBezTo>
                    <a:pt x="21676" y="1876197"/>
                    <a:pt x="0" y="1854521"/>
                    <a:pt x="0" y="1827783"/>
                  </a:cubicBezTo>
                  <a:lnTo>
                    <a:pt x="0" y="48414"/>
                  </a:lnTo>
                  <a:cubicBezTo>
                    <a:pt x="0" y="35574"/>
                    <a:pt x="5101" y="23259"/>
                    <a:pt x="14180" y="14180"/>
                  </a:cubicBezTo>
                  <a:cubicBezTo>
                    <a:pt x="23259" y="5101"/>
                    <a:pt x="35574" y="0"/>
                    <a:pt x="48414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916850" cy="1933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521393" y="1808509"/>
            <a:ext cx="2722417" cy="4159248"/>
          </a:xfrm>
          <a:custGeom>
            <a:avLst/>
            <a:gdLst/>
            <a:ahLst/>
            <a:cxnLst/>
            <a:rect r="r" b="b" t="t" l="l"/>
            <a:pathLst>
              <a:path h="4159248" w="2722417">
                <a:moveTo>
                  <a:pt x="0" y="0"/>
                </a:moveTo>
                <a:lnTo>
                  <a:pt x="2722417" y="0"/>
                </a:lnTo>
                <a:lnTo>
                  <a:pt x="2722417" y="4159249"/>
                </a:lnTo>
                <a:lnTo>
                  <a:pt x="0" y="4159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288377" y="5143500"/>
            <a:ext cx="4002578" cy="4114800"/>
          </a:xfrm>
          <a:custGeom>
            <a:avLst/>
            <a:gdLst/>
            <a:ahLst/>
            <a:cxnLst/>
            <a:rect r="r" b="b" t="t" l="l"/>
            <a:pathLst>
              <a:path h="4114800" w="4002578">
                <a:moveTo>
                  <a:pt x="0" y="0"/>
                </a:moveTo>
                <a:lnTo>
                  <a:pt x="4002578" y="0"/>
                </a:lnTo>
                <a:lnTo>
                  <a:pt x="4002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5668042" y="2782479"/>
            <a:ext cx="1212881" cy="443253"/>
          </a:xfrm>
          <a:custGeom>
            <a:avLst/>
            <a:gdLst/>
            <a:ahLst/>
            <a:cxnLst/>
            <a:rect r="r" b="b" t="t" l="l"/>
            <a:pathLst>
              <a:path h="443253" w="1212881">
                <a:moveTo>
                  <a:pt x="0" y="0"/>
                </a:moveTo>
                <a:lnTo>
                  <a:pt x="1212881" y="0"/>
                </a:lnTo>
                <a:lnTo>
                  <a:pt x="1212881" y="443253"/>
                </a:lnTo>
                <a:lnTo>
                  <a:pt x="0" y="443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4494390"/>
            <a:ext cx="9409069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Perg</a:t>
            </a: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unta de negócio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904752"/>
            <a:ext cx="964796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Qua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is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fat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ore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eraci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ais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mpac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am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sat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façã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 c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nte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m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pod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mos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an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tecip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li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m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sco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fação?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08510" y="1774774"/>
            <a:ext cx="13270981" cy="4624255"/>
            <a:chOff x="0" y="0"/>
            <a:chExt cx="3495238" cy="1217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5238" cy="1217911"/>
            </a:xfrm>
            <a:custGeom>
              <a:avLst/>
              <a:gdLst/>
              <a:ahLst/>
              <a:cxnLst/>
              <a:rect r="r" b="b" t="t" l="l"/>
              <a:pathLst>
                <a:path h="1217911" w="3495238">
                  <a:moveTo>
                    <a:pt x="54254" y="0"/>
                  </a:moveTo>
                  <a:lnTo>
                    <a:pt x="3440984" y="0"/>
                  </a:lnTo>
                  <a:cubicBezTo>
                    <a:pt x="3470948" y="0"/>
                    <a:pt x="3495238" y="24290"/>
                    <a:pt x="3495238" y="54254"/>
                  </a:cubicBezTo>
                  <a:lnTo>
                    <a:pt x="3495238" y="1163657"/>
                  </a:lnTo>
                  <a:cubicBezTo>
                    <a:pt x="3495238" y="1178046"/>
                    <a:pt x="3489522" y="1191846"/>
                    <a:pt x="3479347" y="1202020"/>
                  </a:cubicBezTo>
                  <a:cubicBezTo>
                    <a:pt x="3469173" y="1212195"/>
                    <a:pt x="3455373" y="1217911"/>
                    <a:pt x="3440984" y="1217911"/>
                  </a:cubicBezTo>
                  <a:lnTo>
                    <a:pt x="54254" y="1217911"/>
                  </a:lnTo>
                  <a:cubicBezTo>
                    <a:pt x="24290" y="1217911"/>
                    <a:pt x="0" y="1193621"/>
                    <a:pt x="0" y="1163657"/>
                  </a:cubicBezTo>
                  <a:lnTo>
                    <a:pt x="0" y="54254"/>
                  </a:lnTo>
                  <a:cubicBezTo>
                    <a:pt x="0" y="24290"/>
                    <a:pt x="24290" y="0"/>
                    <a:pt x="54254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495238" cy="1275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4431" y="7836293"/>
            <a:ext cx="1446947" cy="786613"/>
          </a:xfrm>
          <a:custGeom>
            <a:avLst/>
            <a:gdLst/>
            <a:ahLst/>
            <a:cxnLst/>
            <a:rect r="r" b="b" t="t" l="l"/>
            <a:pathLst>
              <a:path h="786613" w="1446947">
                <a:moveTo>
                  <a:pt x="0" y="0"/>
                </a:moveTo>
                <a:lnTo>
                  <a:pt x="1446948" y="0"/>
                </a:lnTo>
                <a:lnTo>
                  <a:pt x="1446948" y="786614"/>
                </a:lnTo>
                <a:lnTo>
                  <a:pt x="0" y="786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56017" y="7836293"/>
            <a:ext cx="1446947" cy="786613"/>
          </a:xfrm>
          <a:custGeom>
            <a:avLst/>
            <a:gdLst/>
            <a:ahLst/>
            <a:cxnLst/>
            <a:rect r="r" b="b" t="t" l="l"/>
            <a:pathLst>
              <a:path h="786613" w="1446947">
                <a:moveTo>
                  <a:pt x="0" y="0"/>
                </a:moveTo>
                <a:lnTo>
                  <a:pt x="1446947" y="0"/>
                </a:lnTo>
                <a:lnTo>
                  <a:pt x="1446947" y="786614"/>
                </a:lnTo>
                <a:lnTo>
                  <a:pt x="0" y="786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40977" y="5315294"/>
            <a:ext cx="10606047" cy="4971706"/>
          </a:xfrm>
          <a:custGeom>
            <a:avLst/>
            <a:gdLst/>
            <a:ahLst/>
            <a:cxnLst/>
            <a:rect r="r" b="b" t="t" l="l"/>
            <a:pathLst>
              <a:path h="4971706" w="10606047">
                <a:moveTo>
                  <a:pt x="0" y="0"/>
                </a:moveTo>
                <a:lnTo>
                  <a:pt x="10606046" y="0"/>
                </a:lnTo>
                <a:lnTo>
                  <a:pt x="10606046" y="4971706"/>
                </a:lnTo>
                <a:lnTo>
                  <a:pt x="0" y="4971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998" r="0" b="-999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78745" y="2467423"/>
            <a:ext cx="8115300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</a:t>
            </a: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nsight chave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51379" y="3844925"/>
            <a:ext cx="1217003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in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at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fa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çã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 não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é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c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u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sada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um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ú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co proble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m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,</a:t>
            </a:r>
          </a:p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mas pe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lo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cú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m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ulo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 fricções ao lo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ng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jo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rnad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1028700"/>
            <a:ext cx="407231" cy="399959"/>
            <a:chOff x="0" y="0"/>
            <a:chExt cx="711200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1200" cy="698499"/>
            </a:xfrm>
            <a:custGeom>
              <a:avLst/>
              <a:gdLst/>
              <a:ahLst/>
              <a:cxnLst/>
              <a:rect r="r" b="b" t="t" l="l"/>
              <a:pathLst>
                <a:path h="698499" w="711200">
                  <a:moveTo>
                    <a:pt x="685115" y="360641"/>
                  </a:moveTo>
                  <a:cubicBezTo>
                    <a:pt x="679370" y="354429"/>
                    <a:pt x="679379" y="344421"/>
                    <a:pt x="685114" y="338200"/>
                  </a:cubicBezTo>
                  <a:cubicBezTo>
                    <a:pt x="701040" y="320928"/>
                    <a:pt x="710352" y="298127"/>
                    <a:pt x="711012" y="274827"/>
                  </a:cubicBezTo>
                  <a:cubicBezTo>
                    <a:pt x="713217" y="216626"/>
                    <a:pt x="662461" y="177386"/>
                    <a:pt x="606428" y="173921"/>
                  </a:cubicBezTo>
                  <a:cubicBezTo>
                    <a:pt x="539706" y="173921"/>
                    <a:pt x="476081" y="240975"/>
                    <a:pt x="432998" y="282428"/>
                  </a:cubicBezTo>
                  <a:cubicBezTo>
                    <a:pt x="430088" y="285227"/>
                    <a:pt x="425512" y="286338"/>
                    <a:pt x="422609" y="283533"/>
                  </a:cubicBezTo>
                  <a:cubicBezTo>
                    <a:pt x="419696" y="280718"/>
                    <a:pt x="420784" y="276197"/>
                    <a:pt x="423600" y="273289"/>
                  </a:cubicBezTo>
                  <a:cubicBezTo>
                    <a:pt x="465849" y="229649"/>
                    <a:pt x="537503" y="161596"/>
                    <a:pt x="533176" y="94003"/>
                  </a:cubicBezTo>
                  <a:cubicBezTo>
                    <a:pt x="529921" y="42037"/>
                    <a:pt x="486575" y="-1905"/>
                    <a:pt x="432582" y="64"/>
                  </a:cubicBezTo>
                  <a:cubicBezTo>
                    <a:pt x="408377" y="540"/>
                    <a:pt x="385036" y="9860"/>
                    <a:pt x="367222" y="25639"/>
                  </a:cubicBezTo>
                  <a:cubicBezTo>
                    <a:pt x="360877" y="31260"/>
                    <a:pt x="350674" y="31246"/>
                    <a:pt x="344325" y="25628"/>
                  </a:cubicBezTo>
                  <a:cubicBezTo>
                    <a:pt x="326227" y="9615"/>
                    <a:pt x="302176" y="173"/>
                    <a:pt x="277727" y="173"/>
                  </a:cubicBezTo>
                  <a:cubicBezTo>
                    <a:pt x="219348" y="-723"/>
                    <a:pt x="180572" y="48613"/>
                    <a:pt x="177095" y="102920"/>
                  </a:cubicBezTo>
                  <a:cubicBezTo>
                    <a:pt x="176145" y="168415"/>
                    <a:pt x="245695" y="231167"/>
                    <a:pt x="287583" y="273277"/>
                  </a:cubicBezTo>
                  <a:cubicBezTo>
                    <a:pt x="290421" y="276131"/>
                    <a:pt x="291548" y="280609"/>
                    <a:pt x="288700" y="283455"/>
                  </a:cubicBezTo>
                  <a:cubicBezTo>
                    <a:pt x="285831" y="286323"/>
                    <a:pt x="281217" y="285256"/>
                    <a:pt x="278252" y="282485"/>
                  </a:cubicBezTo>
                  <a:cubicBezTo>
                    <a:pt x="233685" y="240847"/>
                    <a:pt x="164635" y="170835"/>
                    <a:pt x="95714" y="174851"/>
                  </a:cubicBezTo>
                  <a:cubicBezTo>
                    <a:pt x="52303" y="177606"/>
                    <a:pt x="12685" y="206873"/>
                    <a:pt x="2564" y="249008"/>
                  </a:cubicBezTo>
                  <a:cubicBezTo>
                    <a:pt x="-4907" y="280107"/>
                    <a:pt x="4251" y="314248"/>
                    <a:pt x="26102" y="337892"/>
                  </a:cubicBezTo>
                  <a:cubicBezTo>
                    <a:pt x="31845" y="344106"/>
                    <a:pt x="31844" y="354114"/>
                    <a:pt x="26105" y="360331"/>
                  </a:cubicBezTo>
                  <a:cubicBezTo>
                    <a:pt x="4395" y="383849"/>
                    <a:pt x="-4714" y="417440"/>
                    <a:pt x="2638" y="448410"/>
                  </a:cubicBezTo>
                  <a:cubicBezTo>
                    <a:pt x="13802" y="494883"/>
                    <a:pt x="57898" y="521719"/>
                    <a:pt x="104792" y="524537"/>
                  </a:cubicBezTo>
                  <a:cubicBezTo>
                    <a:pt x="176012" y="524537"/>
                    <a:pt x="231539" y="460818"/>
                    <a:pt x="278229" y="416011"/>
                  </a:cubicBezTo>
                  <a:cubicBezTo>
                    <a:pt x="281134" y="413222"/>
                    <a:pt x="285693" y="412118"/>
                    <a:pt x="288591" y="414913"/>
                  </a:cubicBezTo>
                  <a:cubicBezTo>
                    <a:pt x="291511" y="417731"/>
                    <a:pt x="290425" y="422264"/>
                    <a:pt x="287603" y="425177"/>
                  </a:cubicBezTo>
                  <a:cubicBezTo>
                    <a:pt x="245317" y="468843"/>
                    <a:pt x="173779" y="536847"/>
                    <a:pt x="178024" y="604454"/>
                  </a:cubicBezTo>
                  <a:cubicBezTo>
                    <a:pt x="181399" y="655784"/>
                    <a:pt x="223583" y="699417"/>
                    <a:pt x="276948" y="698485"/>
                  </a:cubicBezTo>
                  <a:cubicBezTo>
                    <a:pt x="301620" y="698485"/>
                    <a:pt x="325832" y="689187"/>
                    <a:pt x="344100" y="672936"/>
                  </a:cubicBezTo>
                  <a:cubicBezTo>
                    <a:pt x="350434" y="667301"/>
                    <a:pt x="360624" y="667296"/>
                    <a:pt x="366958" y="672930"/>
                  </a:cubicBezTo>
                  <a:cubicBezTo>
                    <a:pt x="384603" y="688619"/>
                    <a:pt x="407703" y="697727"/>
                    <a:pt x="431486" y="698376"/>
                  </a:cubicBezTo>
                  <a:cubicBezTo>
                    <a:pt x="490714" y="700413"/>
                    <a:pt x="530644" y="650723"/>
                    <a:pt x="534123" y="595648"/>
                  </a:cubicBezTo>
                  <a:cubicBezTo>
                    <a:pt x="535073" y="530208"/>
                    <a:pt x="465567" y="467323"/>
                    <a:pt x="423655" y="425298"/>
                  </a:cubicBezTo>
                  <a:cubicBezTo>
                    <a:pt x="420806" y="422440"/>
                    <a:pt x="419675" y="417946"/>
                    <a:pt x="422530" y="415093"/>
                  </a:cubicBezTo>
                  <a:cubicBezTo>
                    <a:pt x="425395" y="412232"/>
                    <a:pt x="429999" y="413301"/>
                    <a:pt x="432960" y="416066"/>
                  </a:cubicBezTo>
                  <a:cubicBezTo>
                    <a:pt x="477528" y="457697"/>
                    <a:pt x="546581" y="527728"/>
                    <a:pt x="615504" y="523697"/>
                  </a:cubicBezTo>
                  <a:cubicBezTo>
                    <a:pt x="668288" y="520349"/>
                    <a:pt x="713029" y="477810"/>
                    <a:pt x="711143" y="424871"/>
                  </a:cubicBezTo>
                  <a:cubicBezTo>
                    <a:pt x="710660" y="401255"/>
                    <a:pt x="701293" y="378126"/>
                    <a:pt x="685115" y="360641"/>
                  </a:cubicBezTo>
                  <a:close/>
                </a:path>
              </a:pathLst>
            </a:custGeom>
            <a:solidFill>
              <a:srgbClr val="DB643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90500" y="133350"/>
              <a:ext cx="330200" cy="37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407231" cy="399959"/>
            <a:chOff x="0" y="0"/>
            <a:chExt cx="7112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1200" cy="698499"/>
            </a:xfrm>
            <a:custGeom>
              <a:avLst/>
              <a:gdLst/>
              <a:ahLst/>
              <a:cxnLst/>
              <a:rect r="r" b="b" t="t" l="l"/>
              <a:pathLst>
                <a:path h="698499" w="711200">
                  <a:moveTo>
                    <a:pt x="685115" y="360641"/>
                  </a:moveTo>
                  <a:cubicBezTo>
                    <a:pt x="679370" y="354429"/>
                    <a:pt x="679379" y="344421"/>
                    <a:pt x="685114" y="338200"/>
                  </a:cubicBezTo>
                  <a:cubicBezTo>
                    <a:pt x="701040" y="320928"/>
                    <a:pt x="710352" y="298127"/>
                    <a:pt x="711012" y="274827"/>
                  </a:cubicBezTo>
                  <a:cubicBezTo>
                    <a:pt x="713217" y="216626"/>
                    <a:pt x="662461" y="177386"/>
                    <a:pt x="606428" y="173921"/>
                  </a:cubicBezTo>
                  <a:cubicBezTo>
                    <a:pt x="539706" y="173921"/>
                    <a:pt x="476081" y="240975"/>
                    <a:pt x="432998" y="282428"/>
                  </a:cubicBezTo>
                  <a:cubicBezTo>
                    <a:pt x="430088" y="285227"/>
                    <a:pt x="425512" y="286338"/>
                    <a:pt x="422609" y="283533"/>
                  </a:cubicBezTo>
                  <a:cubicBezTo>
                    <a:pt x="419696" y="280718"/>
                    <a:pt x="420784" y="276197"/>
                    <a:pt x="423600" y="273289"/>
                  </a:cubicBezTo>
                  <a:cubicBezTo>
                    <a:pt x="465849" y="229649"/>
                    <a:pt x="537503" y="161596"/>
                    <a:pt x="533176" y="94003"/>
                  </a:cubicBezTo>
                  <a:cubicBezTo>
                    <a:pt x="529921" y="42037"/>
                    <a:pt x="486575" y="-1905"/>
                    <a:pt x="432582" y="64"/>
                  </a:cubicBezTo>
                  <a:cubicBezTo>
                    <a:pt x="408377" y="540"/>
                    <a:pt x="385036" y="9860"/>
                    <a:pt x="367222" y="25639"/>
                  </a:cubicBezTo>
                  <a:cubicBezTo>
                    <a:pt x="360877" y="31260"/>
                    <a:pt x="350674" y="31246"/>
                    <a:pt x="344325" y="25628"/>
                  </a:cubicBezTo>
                  <a:cubicBezTo>
                    <a:pt x="326227" y="9615"/>
                    <a:pt x="302176" y="173"/>
                    <a:pt x="277727" y="173"/>
                  </a:cubicBezTo>
                  <a:cubicBezTo>
                    <a:pt x="219348" y="-723"/>
                    <a:pt x="180572" y="48613"/>
                    <a:pt x="177095" y="102920"/>
                  </a:cubicBezTo>
                  <a:cubicBezTo>
                    <a:pt x="176145" y="168415"/>
                    <a:pt x="245695" y="231167"/>
                    <a:pt x="287583" y="273277"/>
                  </a:cubicBezTo>
                  <a:cubicBezTo>
                    <a:pt x="290421" y="276131"/>
                    <a:pt x="291548" y="280609"/>
                    <a:pt x="288700" y="283455"/>
                  </a:cubicBezTo>
                  <a:cubicBezTo>
                    <a:pt x="285831" y="286323"/>
                    <a:pt x="281217" y="285256"/>
                    <a:pt x="278252" y="282485"/>
                  </a:cubicBezTo>
                  <a:cubicBezTo>
                    <a:pt x="233685" y="240847"/>
                    <a:pt x="164635" y="170835"/>
                    <a:pt x="95714" y="174851"/>
                  </a:cubicBezTo>
                  <a:cubicBezTo>
                    <a:pt x="52303" y="177606"/>
                    <a:pt x="12685" y="206873"/>
                    <a:pt x="2564" y="249008"/>
                  </a:cubicBezTo>
                  <a:cubicBezTo>
                    <a:pt x="-4907" y="280107"/>
                    <a:pt x="4251" y="314248"/>
                    <a:pt x="26102" y="337892"/>
                  </a:cubicBezTo>
                  <a:cubicBezTo>
                    <a:pt x="31845" y="344106"/>
                    <a:pt x="31844" y="354114"/>
                    <a:pt x="26105" y="360331"/>
                  </a:cubicBezTo>
                  <a:cubicBezTo>
                    <a:pt x="4395" y="383849"/>
                    <a:pt x="-4714" y="417440"/>
                    <a:pt x="2638" y="448410"/>
                  </a:cubicBezTo>
                  <a:cubicBezTo>
                    <a:pt x="13802" y="494883"/>
                    <a:pt x="57898" y="521719"/>
                    <a:pt x="104792" y="524537"/>
                  </a:cubicBezTo>
                  <a:cubicBezTo>
                    <a:pt x="176012" y="524537"/>
                    <a:pt x="231539" y="460818"/>
                    <a:pt x="278229" y="416011"/>
                  </a:cubicBezTo>
                  <a:cubicBezTo>
                    <a:pt x="281134" y="413222"/>
                    <a:pt x="285693" y="412118"/>
                    <a:pt x="288591" y="414913"/>
                  </a:cubicBezTo>
                  <a:cubicBezTo>
                    <a:pt x="291511" y="417731"/>
                    <a:pt x="290425" y="422264"/>
                    <a:pt x="287603" y="425177"/>
                  </a:cubicBezTo>
                  <a:cubicBezTo>
                    <a:pt x="245317" y="468843"/>
                    <a:pt x="173779" y="536847"/>
                    <a:pt x="178024" y="604454"/>
                  </a:cubicBezTo>
                  <a:cubicBezTo>
                    <a:pt x="181399" y="655784"/>
                    <a:pt x="223583" y="699417"/>
                    <a:pt x="276948" y="698485"/>
                  </a:cubicBezTo>
                  <a:cubicBezTo>
                    <a:pt x="301620" y="698485"/>
                    <a:pt x="325832" y="689187"/>
                    <a:pt x="344100" y="672936"/>
                  </a:cubicBezTo>
                  <a:cubicBezTo>
                    <a:pt x="350434" y="667301"/>
                    <a:pt x="360624" y="667296"/>
                    <a:pt x="366958" y="672930"/>
                  </a:cubicBezTo>
                  <a:cubicBezTo>
                    <a:pt x="384603" y="688619"/>
                    <a:pt x="407703" y="697727"/>
                    <a:pt x="431486" y="698376"/>
                  </a:cubicBezTo>
                  <a:cubicBezTo>
                    <a:pt x="490714" y="700413"/>
                    <a:pt x="530644" y="650723"/>
                    <a:pt x="534123" y="595648"/>
                  </a:cubicBezTo>
                  <a:cubicBezTo>
                    <a:pt x="535073" y="530208"/>
                    <a:pt x="465567" y="467323"/>
                    <a:pt x="423655" y="425298"/>
                  </a:cubicBezTo>
                  <a:cubicBezTo>
                    <a:pt x="420806" y="422440"/>
                    <a:pt x="419675" y="417946"/>
                    <a:pt x="422530" y="415093"/>
                  </a:cubicBezTo>
                  <a:cubicBezTo>
                    <a:pt x="425395" y="412232"/>
                    <a:pt x="429999" y="413301"/>
                    <a:pt x="432960" y="416066"/>
                  </a:cubicBezTo>
                  <a:cubicBezTo>
                    <a:pt x="477528" y="457697"/>
                    <a:pt x="546581" y="527728"/>
                    <a:pt x="615504" y="523697"/>
                  </a:cubicBezTo>
                  <a:cubicBezTo>
                    <a:pt x="668288" y="520349"/>
                    <a:pt x="713029" y="477810"/>
                    <a:pt x="711143" y="424871"/>
                  </a:cubicBezTo>
                  <a:cubicBezTo>
                    <a:pt x="710660" y="401255"/>
                    <a:pt x="701293" y="378126"/>
                    <a:pt x="685115" y="360641"/>
                  </a:cubicBezTo>
                  <a:close/>
                </a:path>
              </a:pathLst>
            </a:custGeom>
            <a:solidFill>
              <a:srgbClr val="DB6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330200" cy="37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597844"/>
            <a:ext cx="579467" cy="695866"/>
          </a:xfrm>
          <a:custGeom>
            <a:avLst/>
            <a:gdLst/>
            <a:ahLst/>
            <a:cxnLst/>
            <a:rect r="r" b="b" t="t" l="l"/>
            <a:pathLst>
              <a:path h="695866" w="579467">
                <a:moveTo>
                  <a:pt x="0" y="0"/>
                </a:moveTo>
                <a:lnTo>
                  <a:pt x="579467" y="0"/>
                </a:lnTo>
                <a:lnTo>
                  <a:pt x="579467" y="695867"/>
                </a:lnTo>
                <a:lnTo>
                  <a:pt x="0" y="695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741386"/>
            <a:ext cx="579467" cy="695866"/>
          </a:xfrm>
          <a:custGeom>
            <a:avLst/>
            <a:gdLst/>
            <a:ahLst/>
            <a:cxnLst/>
            <a:rect r="r" b="b" t="t" l="l"/>
            <a:pathLst>
              <a:path h="695866" w="579467">
                <a:moveTo>
                  <a:pt x="0" y="0"/>
                </a:moveTo>
                <a:lnTo>
                  <a:pt x="579467" y="0"/>
                </a:lnTo>
                <a:lnTo>
                  <a:pt x="579467" y="695866"/>
                </a:lnTo>
                <a:lnTo>
                  <a:pt x="0" y="695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878036"/>
            <a:ext cx="579467" cy="695866"/>
          </a:xfrm>
          <a:custGeom>
            <a:avLst/>
            <a:gdLst/>
            <a:ahLst/>
            <a:cxnLst/>
            <a:rect r="r" b="b" t="t" l="l"/>
            <a:pathLst>
              <a:path h="695866" w="579467">
                <a:moveTo>
                  <a:pt x="0" y="0"/>
                </a:moveTo>
                <a:lnTo>
                  <a:pt x="579467" y="0"/>
                </a:lnTo>
                <a:lnTo>
                  <a:pt x="579467" y="695866"/>
                </a:lnTo>
                <a:lnTo>
                  <a:pt x="0" y="695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36420" y="2916521"/>
            <a:ext cx="5084954" cy="6341779"/>
          </a:xfrm>
          <a:custGeom>
            <a:avLst/>
            <a:gdLst/>
            <a:ahLst/>
            <a:cxnLst/>
            <a:rect r="r" b="b" t="t" l="l"/>
            <a:pathLst>
              <a:path h="6341779" w="5084954">
                <a:moveTo>
                  <a:pt x="0" y="0"/>
                </a:moveTo>
                <a:lnTo>
                  <a:pt x="5084954" y="0"/>
                </a:lnTo>
                <a:lnTo>
                  <a:pt x="5084954" y="6341779"/>
                </a:lnTo>
                <a:lnTo>
                  <a:pt x="0" y="6341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976255" y="2172027"/>
            <a:ext cx="1854685" cy="1854685"/>
          </a:xfrm>
          <a:custGeom>
            <a:avLst/>
            <a:gdLst/>
            <a:ahLst/>
            <a:cxnLst/>
            <a:rect r="r" b="b" t="t" l="l"/>
            <a:pathLst>
              <a:path h="1854685" w="1854685">
                <a:moveTo>
                  <a:pt x="0" y="0"/>
                </a:moveTo>
                <a:lnTo>
                  <a:pt x="1854685" y="0"/>
                </a:lnTo>
                <a:lnTo>
                  <a:pt x="1854685" y="1854685"/>
                </a:lnTo>
                <a:lnTo>
                  <a:pt x="0" y="1854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200842"/>
            <a:ext cx="6555364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Principai</a:t>
            </a: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 achados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8281" y="4491753"/>
            <a:ext cx="616149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Q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uant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 ma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io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 o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úmero de rec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amações, menor o NPS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8281" y="5635294"/>
            <a:ext cx="590531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Atras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ent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rega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são um dos pri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cipais ga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ilhos d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ins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ati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sfaçã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8281" y="6771944"/>
            <a:ext cx="685807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Mais int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rações com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tend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nto in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ic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x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ri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ê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cia problemática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8016003"/>
            <a:ext cx="579467" cy="695866"/>
          </a:xfrm>
          <a:custGeom>
            <a:avLst/>
            <a:gdLst/>
            <a:ahLst/>
            <a:cxnLst/>
            <a:rect r="r" b="b" t="t" l="l"/>
            <a:pathLst>
              <a:path h="695866" w="579467">
                <a:moveTo>
                  <a:pt x="0" y="0"/>
                </a:moveTo>
                <a:lnTo>
                  <a:pt x="579467" y="0"/>
                </a:lnTo>
                <a:lnTo>
                  <a:pt x="579467" y="695866"/>
                </a:lnTo>
                <a:lnTo>
                  <a:pt x="0" y="695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58281" y="7909911"/>
            <a:ext cx="616149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O imp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acto na s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isfaçã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 é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progr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ess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ivo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e acumulativo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407231" cy="399959"/>
            <a:chOff x="0" y="0"/>
            <a:chExt cx="7112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1200" cy="698499"/>
            </a:xfrm>
            <a:custGeom>
              <a:avLst/>
              <a:gdLst/>
              <a:ahLst/>
              <a:cxnLst/>
              <a:rect r="r" b="b" t="t" l="l"/>
              <a:pathLst>
                <a:path h="698499" w="711200">
                  <a:moveTo>
                    <a:pt x="685115" y="360641"/>
                  </a:moveTo>
                  <a:cubicBezTo>
                    <a:pt x="679370" y="354429"/>
                    <a:pt x="679379" y="344421"/>
                    <a:pt x="685114" y="338200"/>
                  </a:cubicBezTo>
                  <a:cubicBezTo>
                    <a:pt x="701040" y="320928"/>
                    <a:pt x="710352" y="298127"/>
                    <a:pt x="711012" y="274827"/>
                  </a:cubicBezTo>
                  <a:cubicBezTo>
                    <a:pt x="713217" y="216626"/>
                    <a:pt x="662461" y="177386"/>
                    <a:pt x="606428" y="173921"/>
                  </a:cubicBezTo>
                  <a:cubicBezTo>
                    <a:pt x="539706" y="173921"/>
                    <a:pt x="476081" y="240975"/>
                    <a:pt x="432998" y="282428"/>
                  </a:cubicBezTo>
                  <a:cubicBezTo>
                    <a:pt x="430088" y="285227"/>
                    <a:pt x="425512" y="286338"/>
                    <a:pt x="422609" y="283533"/>
                  </a:cubicBezTo>
                  <a:cubicBezTo>
                    <a:pt x="419696" y="280718"/>
                    <a:pt x="420784" y="276197"/>
                    <a:pt x="423600" y="273289"/>
                  </a:cubicBezTo>
                  <a:cubicBezTo>
                    <a:pt x="465849" y="229649"/>
                    <a:pt x="537503" y="161596"/>
                    <a:pt x="533176" y="94003"/>
                  </a:cubicBezTo>
                  <a:cubicBezTo>
                    <a:pt x="529921" y="42037"/>
                    <a:pt x="486575" y="-1905"/>
                    <a:pt x="432582" y="64"/>
                  </a:cubicBezTo>
                  <a:cubicBezTo>
                    <a:pt x="408377" y="540"/>
                    <a:pt x="385036" y="9860"/>
                    <a:pt x="367222" y="25639"/>
                  </a:cubicBezTo>
                  <a:cubicBezTo>
                    <a:pt x="360877" y="31260"/>
                    <a:pt x="350674" y="31246"/>
                    <a:pt x="344325" y="25628"/>
                  </a:cubicBezTo>
                  <a:cubicBezTo>
                    <a:pt x="326227" y="9615"/>
                    <a:pt x="302176" y="173"/>
                    <a:pt x="277727" y="173"/>
                  </a:cubicBezTo>
                  <a:cubicBezTo>
                    <a:pt x="219348" y="-723"/>
                    <a:pt x="180572" y="48613"/>
                    <a:pt x="177095" y="102920"/>
                  </a:cubicBezTo>
                  <a:cubicBezTo>
                    <a:pt x="176145" y="168415"/>
                    <a:pt x="245695" y="231167"/>
                    <a:pt x="287583" y="273277"/>
                  </a:cubicBezTo>
                  <a:cubicBezTo>
                    <a:pt x="290421" y="276131"/>
                    <a:pt x="291548" y="280609"/>
                    <a:pt x="288700" y="283455"/>
                  </a:cubicBezTo>
                  <a:cubicBezTo>
                    <a:pt x="285831" y="286323"/>
                    <a:pt x="281217" y="285256"/>
                    <a:pt x="278252" y="282485"/>
                  </a:cubicBezTo>
                  <a:cubicBezTo>
                    <a:pt x="233685" y="240847"/>
                    <a:pt x="164635" y="170835"/>
                    <a:pt x="95714" y="174851"/>
                  </a:cubicBezTo>
                  <a:cubicBezTo>
                    <a:pt x="52303" y="177606"/>
                    <a:pt x="12685" y="206873"/>
                    <a:pt x="2564" y="249008"/>
                  </a:cubicBezTo>
                  <a:cubicBezTo>
                    <a:pt x="-4907" y="280107"/>
                    <a:pt x="4251" y="314248"/>
                    <a:pt x="26102" y="337892"/>
                  </a:cubicBezTo>
                  <a:cubicBezTo>
                    <a:pt x="31845" y="344106"/>
                    <a:pt x="31844" y="354114"/>
                    <a:pt x="26105" y="360331"/>
                  </a:cubicBezTo>
                  <a:cubicBezTo>
                    <a:pt x="4395" y="383849"/>
                    <a:pt x="-4714" y="417440"/>
                    <a:pt x="2638" y="448410"/>
                  </a:cubicBezTo>
                  <a:cubicBezTo>
                    <a:pt x="13802" y="494883"/>
                    <a:pt x="57898" y="521719"/>
                    <a:pt x="104792" y="524537"/>
                  </a:cubicBezTo>
                  <a:cubicBezTo>
                    <a:pt x="176012" y="524537"/>
                    <a:pt x="231539" y="460818"/>
                    <a:pt x="278229" y="416011"/>
                  </a:cubicBezTo>
                  <a:cubicBezTo>
                    <a:pt x="281134" y="413222"/>
                    <a:pt x="285693" y="412118"/>
                    <a:pt x="288591" y="414913"/>
                  </a:cubicBezTo>
                  <a:cubicBezTo>
                    <a:pt x="291511" y="417731"/>
                    <a:pt x="290425" y="422264"/>
                    <a:pt x="287603" y="425177"/>
                  </a:cubicBezTo>
                  <a:cubicBezTo>
                    <a:pt x="245317" y="468843"/>
                    <a:pt x="173779" y="536847"/>
                    <a:pt x="178024" y="604454"/>
                  </a:cubicBezTo>
                  <a:cubicBezTo>
                    <a:pt x="181399" y="655784"/>
                    <a:pt x="223583" y="699417"/>
                    <a:pt x="276948" y="698485"/>
                  </a:cubicBezTo>
                  <a:cubicBezTo>
                    <a:pt x="301620" y="698485"/>
                    <a:pt x="325832" y="689187"/>
                    <a:pt x="344100" y="672936"/>
                  </a:cubicBezTo>
                  <a:cubicBezTo>
                    <a:pt x="350434" y="667301"/>
                    <a:pt x="360624" y="667296"/>
                    <a:pt x="366958" y="672930"/>
                  </a:cubicBezTo>
                  <a:cubicBezTo>
                    <a:pt x="384603" y="688619"/>
                    <a:pt x="407703" y="697727"/>
                    <a:pt x="431486" y="698376"/>
                  </a:cubicBezTo>
                  <a:cubicBezTo>
                    <a:pt x="490714" y="700413"/>
                    <a:pt x="530644" y="650723"/>
                    <a:pt x="534123" y="595648"/>
                  </a:cubicBezTo>
                  <a:cubicBezTo>
                    <a:pt x="535073" y="530208"/>
                    <a:pt x="465567" y="467323"/>
                    <a:pt x="423655" y="425298"/>
                  </a:cubicBezTo>
                  <a:cubicBezTo>
                    <a:pt x="420806" y="422440"/>
                    <a:pt x="419675" y="417946"/>
                    <a:pt x="422530" y="415093"/>
                  </a:cubicBezTo>
                  <a:cubicBezTo>
                    <a:pt x="425395" y="412232"/>
                    <a:pt x="429999" y="413301"/>
                    <a:pt x="432960" y="416066"/>
                  </a:cubicBezTo>
                  <a:cubicBezTo>
                    <a:pt x="477528" y="457697"/>
                    <a:pt x="546581" y="527728"/>
                    <a:pt x="615504" y="523697"/>
                  </a:cubicBezTo>
                  <a:cubicBezTo>
                    <a:pt x="668288" y="520349"/>
                    <a:pt x="713029" y="477810"/>
                    <a:pt x="711143" y="424871"/>
                  </a:cubicBezTo>
                  <a:cubicBezTo>
                    <a:pt x="710660" y="401255"/>
                    <a:pt x="701293" y="378126"/>
                    <a:pt x="685115" y="360641"/>
                  </a:cubicBezTo>
                  <a:close/>
                </a:path>
              </a:pathLst>
            </a:custGeom>
            <a:solidFill>
              <a:srgbClr val="DB6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330200" cy="37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38588" y="2134617"/>
            <a:ext cx="14871789" cy="7123683"/>
            <a:chOff x="0" y="0"/>
            <a:chExt cx="3916850" cy="18761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16850" cy="1876197"/>
            </a:xfrm>
            <a:custGeom>
              <a:avLst/>
              <a:gdLst/>
              <a:ahLst/>
              <a:cxnLst/>
              <a:rect r="r" b="b" t="t" l="l"/>
              <a:pathLst>
                <a:path h="1876197" w="3916850">
                  <a:moveTo>
                    <a:pt x="48414" y="0"/>
                  </a:moveTo>
                  <a:lnTo>
                    <a:pt x="3868436" y="0"/>
                  </a:lnTo>
                  <a:cubicBezTo>
                    <a:pt x="3895175" y="0"/>
                    <a:pt x="3916850" y="21676"/>
                    <a:pt x="3916850" y="48414"/>
                  </a:cubicBezTo>
                  <a:lnTo>
                    <a:pt x="3916850" y="1827783"/>
                  </a:lnTo>
                  <a:cubicBezTo>
                    <a:pt x="3916850" y="1840623"/>
                    <a:pt x="3911749" y="1852937"/>
                    <a:pt x="3902670" y="1862017"/>
                  </a:cubicBezTo>
                  <a:cubicBezTo>
                    <a:pt x="3893591" y="1871096"/>
                    <a:pt x="3881277" y="1876197"/>
                    <a:pt x="3868436" y="1876197"/>
                  </a:cubicBezTo>
                  <a:lnTo>
                    <a:pt x="48414" y="1876197"/>
                  </a:lnTo>
                  <a:cubicBezTo>
                    <a:pt x="21676" y="1876197"/>
                    <a:pt x="0" y="1854521"/>
                    <a:pt x="0" y="1827783"/>
                  </a:cubicBezTo>
                  <a:lnTo>
                    <a:pt x="0" y="48414"/>
                  </a:lnTo>
                  <a:cubicBezTo>
                    <a:pt x="0" y="35574"/>
                    <a:pt x="5101" y="23259"/>
                    <a:pt x="14180" y="14180"/>
                  </a:cubicBezTo>
                  <a:cubicBezTo>
                    <a:pt x="23259" y="5101"/>
                    <a:pt x="35574" y="0"/>
                    <a:pt x="48414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916850" cy="1933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2185054"/>
            <a:ext cx="7138138" cy="7073246"/>
          </a:xfrm>
          <a:custGeom>
            <a:avLst/>
            <a:gdLst/>
            <a:ahLst/>
            <a:cxnLst/>
            <a:rect r="r" b="b" t="t" l="l"/>
            <a:pathLst>
              <a:path h="7073246" w="7138138">
                <a:moveTo>
                  <a:pt x="0" y="0"/>
                </a:moveTo>
                <a:lnTo>
                  <a:pt x="7138138" y="0"/>
                </a:lnTo>
                <a:lnTo>
                  <a:pt x="7138138" y="7073246"/>
                </a:lnTo>
                <a:lnTo>
                  <a:pt x="0" y="7073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150822" y="8477137"/>
            <a:ext cx="1446947" cy="786613"/>
          </a:xfrm>
          <a:custGeom>
            <a:avLst/>
            <a:gdLst/>
            <a:ahLst/>
            <a:cxnLst/>
            <a:rect r="r" b="b" t="t" l="l"/>
            <a:pathLst>
              <a:path h="786613" w="1446947">
                <a:moveTo>
                  <a:pt x="0" y="0"/>
                </a:moveTo>
                <a:lnTo>
                  <a:pt x="1446947" y="0"/>
                </a:lnTo>
                <a:lnTo>
                  <a:pt x="1446947" y="786613"/>
                </a:lnTo>
                <a:lnTo>
                  <a:pt x="0" y="786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54733" y="1428659"/>
            <a:ext cx="1812105" cy="497505"/>
          </a:xfrm>
          <a:custGeom>
            <a:avLst/>
            <a:gdLst/>
            <a:ahLst/>
            <a:cxnLst/>
            <a:rect r="r" b="b" t="t" l="l"/>
            <a:pathLst>
              <a:path h="497505" w="1812105">
                <a:moveTo>
                  <a:pt x="0" y="0"/>
                </a:moveTo>
                <a:lnTo>
                  <a:pt x="1812105" y="0"/>
                </a:lnTo>
                <a:lnTo>
                  <a:pt x="1812105" y="497506"/>
                </a:lnTo>
                <a:lnTo>
                  <a:pt x="0" y="4975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082976" y="2782430"/>
            <a:ext cx="7176324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Drivers</a:t>
            </a: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de satisfação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82976" y="4765017"/>
            <a:ext cx="651997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princip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is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fa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to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es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qu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i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mp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ctam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NPS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 s</a:t>
            </a: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ão: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82976" y="5768975"/>
            <a:ext cx="6891073" cy="695866"/>
            <a:chOff x="0" y="0"/>
            <a:chExt cx="9188097" cy="9278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2623" cy="927822"/>
            </a:xfrm>
            <a:custGeom>
              <a:avLst/>
              <a:gdLst/>
              <a:ahLst/>
              <a:cxnLst/>
              <a:rect r="r" b="b" t="t" l="l"/>
              <a:pathLst>
                <a:path h="927822" w="772623">
                  <a:moveTo>
                    <a:pt x="0" y="0"/>
                  </a:moveTo>
                  <a:lnTo>
                    <a:pt x="772623" y="0"/>
                  </a:lnTo>
                  <a:lnTo>
                    <a:pt x="772623" y="927822"/>
                  </a:lnTo>
                  <a:lnTo>
                    <a:pt x="0" y="927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972774" y="166519"/>
              <a:ext cx="8215323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eclamações 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(pri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n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cipal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driver)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82976" y="6562384"/>
            <a:ext cx="6891073" cy="695866"/>
            <a:chOff x="0" y="0"/>
            <a:chExt cx="9188097" cy="9278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2623" cy="927822"/>
            </a:xfrm>
            <a:custGeom>
              <a:avLst/>
              <a:gdLst/>
              <a:ahLst/>
              <a:cxnLst/>
              <a:rect r="r" b="b" t="t" l="l"/>
              <a:pathLst>
                <a:path h="927822" w="772623">
                  <a:moveTo>
                    <a:pt x="0" y="0"/>
                  </a:moveTo>
                  <a:lnTo>
                    <a:pt x="772623" y="0"/>
                  </a:lnTo>
                  <a:lnTo>
                    <a:pt x="772623" y="927822"/>
                  </a:lnTo>
                  <a:lnTo>
                    <a:pt x="0" y="927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972774" y="166519"/>
              <a:ext cx="8215323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tra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o na en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ega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82976" y="7353501"/>
            <a:ext cx="6891073" cy="695866"/>
            <a:chOff x="0" y="0"/>
            <a:chExt cx="9188097" cy="9278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2623" cy="927822"/>
            </a:xfrm>
            <a:custGeom>
              <a:avLst/>
              <a:gdLst/>
              <a:ahLst/>
              <a:cxnLst/>
              <a:rect r="r" b="b" t="t" l="l"/>
              <a:pathLst>
                <a:path h="927822" w="772623">
                  <a:moveTo>
                    <a:pt x="0" y="0"/>
                  </a:moveTo>
                  <a:lnTo>
                    <a:pt x="772623" y="0"/>
                  </a:lnTo>
                  <a:lnTo>
                    <a:pt x="772623" y="927822"/>
                  </a:lnTo>
                  <a:lnTo>
                    <a:pt x="0" y="927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972774" y="166519"/>
              <a:ext cx="8215323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Te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m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p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o de re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so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luç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ã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082976" y="8144617"/>
            <a:ext cx="6891073" cy="695866"/>
            <a:chOff x="0" y="0"/>
            <a:chExt cx="9188097" cy="9278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2623" cy="927822"/>
            </a:xfrm>
            <a:custGeom>
              <a:avLst/>
              <a:gdLst/>
              <a:ahLst/>
              <a:cxnLst/>
              <a:rect r="r" b="b" t="t" l="l"/>
              <a:pathLst>
                <a:path h="927822" w="772623">
                  <a:moveTo>
                    <a:pt x="0" y="0"/>
                  </a:moveTo>
                  <a:lnTo>
                    <a:pt x="772623" y="0"/>
                  </a:lnTo>
                  <a:lnTo>
                    <a:pt x="772623" y="927822"/>
                  </a:lnTo>
                  <a:lnTo>
                    <a:pt x="0" y="927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972774" y="166519"/>
              <a:ext cx="8215323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V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l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or 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p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er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cebi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o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 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(f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re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e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/p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e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did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o</a:t>
              </a:r>
              <a:r>
                <a:rPr lang="en-US" b="true" sz="2499" strike="noStrike" u="none">
                  <a:solidFill>
                    <a:srgbClr val="32100F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407231" cy="399959"/>
            <a:chOff x="0" y="0"/>
            <a:chExt cx="7112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1200" cy="698499"/>
            </a:xfrm>
            <a:custGeom>
              <a:avLst/>
              <a:gdLst/>
              <a:ahLst/>
              <a:cxnLst/>
              <a:rect r="r" b="b" t="t" l="l"/>
              <a:pathLst>
                <a:path h="698499" w="711200">
                  <a:moveTo>
                    <a:pt x="685115" y="360641"/>
                  </a:moveTo>
                  <a:cubicBezTo>
                    <a:pt x="679370" y="354429"/>
                    <a:pt x="679379" y="344421"/>
                    <a:pt x="685114" y="338200"/>
                  </a:cubicBezTo>
                  <a:cubicBezTo>
                    <a:pt x="701040" y="320928"/>
                    <a:pt x="710352" y="298127"/>
                    <a:pt x="711012" y="274827"/>
                  </a:cubicBezTo>
                  <a:cubicBezTo>
                    <a:pt x="713217" y="216626"/>
                    <a:pt x="662461" y="177386"/>
                    <a:pt x="606428" y="173921"/>
                  </a:cubicBezTo>
                  <a:cubicBezTo>
                    <a:pt x="539706" y="173921"/>
                    <a:pt x="476081" y="240975"/>
                    <a:pt x="432998" y="282428"/>
                  </a:cubicBezTo>
                  <a:cubicBezTo>
                    <a:pt x="430088" y="285227"/>
                    <a:pt x="425512" y="286338"/>
                    <a:pt x="422609" y="283533"/>
                  </a:cubicBezTo>
                  <a:cubicBezTo>
                    <a:pt x="419696" y="280718"/>
                    <a:pt x="420784" y="276197"/>
                    <a:pt x="423600" y="273289"/>
                  </a:cubicBezTo>
                  <a:cubicBezTo>
                    <a:pt x="465849" y="229649"/>
                    <a:pt x="537503" y="161596"/>
                    <a:pt x="533176" y="94003"/>
                  </a:cubicBezTo>
                  <a:cubicBezTo>
                    <a:pt x="529921" y="42037"/>
                    <a:pt x="486575" y="-1905"/>
                    <a:pt x="432582" y="64"/>
                  </a:cubicBezTo>
                  <a:cubicBezTo>
                    <a:pt x="408377" y="540"/>
                    <a:pt x="385036" y="9860"/>
                    <a:pt x="367222" y="25639"/>
                  </a:cubicBezTo>
                  <a:cubicBezTo>
                    <a:pt x="360877" y="31260"/>
                    <a:pt x="350674" y="31246"/>
                    <a:pt x="344325" y="25628"/>
                  </a:cubicBezTo>
                  <a:cubicBezTo>
                    <a:pt x="326227" y="9615"/>
                    <a:pt x="302176" y="173"/>
                    <a:pt x="277727" y="173"/>
                  </a:cubicBezTo>
                  <a:cubicBezTo>
                    <a:pt x="219348" y="-723"/>
                    <a:pt x="180572" y="48613"/>
                    <a:pt x="177095" y="102920"/>
                  </a:cubicBezTo>
                  <a:cubicBezTo>
                    <a:pt x="176145" y="168415"/>
                    <a:pt x="245695" y="231167"/>
                    <a:pt x="287583" y="273277"/>
                  </a:cubicBezTo>
                  <a:cubicBezTo>
                    <a:pt x="290421" y="276131"/>
                    <a:pt x="291548" y="280609"/>
                    <a:pt x="288700" y="283455"/>
                  </a:cubicBezTo>
                  <a:cubicBezTo>
                    <a:pt x="285831" y="286323"/>
                    <a:pt x="281217" y="285256"/>
                    <a:pt x="278252" y="282485"/>
                  </a:cubicBezTo>
                  <a:cubicBezTo>
                    <a:pt x="233685" y="240847"/>
                    <a:pt x="164635" y="170835"/>
                    <a:pt x="95714" y="174851"/>
                  </a:cubicBezTo>
                  <a:cubicBezTo>
                    <a:pt x="52303" y="177606"/>
                    <a:pt x="12685" y="206873"/>
                    <a:pt x="2564" y="249008"/>
                  </a:cubicBezTo>
                  <a:cubicBezTo>
                    <a:pt x="-4907" y="280107"/>
                    <a:pt x="4251" y="314248"/>
                    <a:pt x="26102" y="337892"/>
                  </a:cubicBezTo>
                  <a:cubicBezTo>
                    <a:pt x="31845" y="344106"/>
                    <a:pt x="31844" y="354114"/>
                    <a:pt x="26105" y="360331"/>
                  </a:cubicBezTo>
                  <a:cubicBezTo>
                    <a:pt x="4395" y="383849"/>
                    <a:pt x="-4714" y="417440"/>
                    <a:pt x="2638" y="448410"/>
                  </a:cubicBezTo>
                  <a:cubicBezTo>
                    <a:pt x="13802" y="494883"/>
                    <a:pt x="57898" y="521719"/>
                    <a:pt x="104792" y="524537"/>
                  </a:cubicBezTo>
                  <a:cubicBezTo>
                    <a:pt x="176012" y="524537"/>
                    <a:pt x="231539" y="460818"/>
                    <a:pt x="278229" y="416011"/>
                  </a:cubicBezTo>
                  <a:cubicBezTo>
                    <a:pt x="281134" y="413222"/>
                    <a:pt x="285693" y="412118"/>
                    <a:pt x="288591" y="414913"/>
                  </a:cubicBezTo>
                  <a:cubicBezTo>
                    <a:pt x="291511" y="417731"/>
                    <a:pt x="290425" y="422264"/>
                    <a:pt x="287603" y="425177"/>
                  </a:cubicBezTo>
                  <a:cubicBezTo>
                    <a:pt x="245317" y="468843"/>
                    <a:pt x="173779" y="536847"/>
                    <a:pt x="178024" y="604454"/>
                  </a:cubicBezTo>
                  <a:cubicBezTo>
                    <a:pt x="181399" y="655784"/>
                    <a:pt x="223583" y="699417"/>
                    <a:pt x="276948" y="698485"/>
                  </a:cubicBezTo>
                  <a:cubicBezTo>
                    <a:pt x="301620" y="698485"/>
                    <a:pt x="325832" y="689187"/>
                    <a:pt x="344100" y="672936"/>
                  </a:cubicBezTo>
                  <a:cubicBezTo>
                    <a:pt x="350434" y="667301"/>
                    <a:pt x="360624" y="667296"/>
                    <a:pt x="366958" y="672930"/>
                  </a:cubicBezTo>
                  <a:cubicBezTo>
                    <a:pt x="384603" y="688619"/>
                    <a:pt x="407703" y="697727"/>
                    <a:pt x="431486" y="698376"/>
                  </a:cubicBezTo>
                  <a:cubicBezTo>
                    <a:pt x="490714" y="700413"/>
                    <a:pt x="530644" y="650723"/>
                    <a:pt x="534123" y="595648"/>
                  </a:cubicBezTo>
                  <a:cubicBezTo>
                    <a:pt x="535073" y="530208"/>
                    <a:pt x="465567" y="467323"/>
                    <a:pt x="423655" y="425298"/>
                  </a:cubicBezTo>
                  <a:cubicBezTo>
                    <a:pt x="420806" y="422440"/>
                    <a:pt x="419675" y="417946"/>
                    <a:pt x="422530" y="415093"/>
                  </a:cubicBezTo>
                  <a:cubicBezTo>
                    <a:pt x="425395" y="412232"/>
                    <a:pt x="429999" y="413301"/>
                    <a:pt x="432960" y="416066"/>
                  </a:cubicBezTo>
                  <a:cubicBezTo>
                    <a:pt x="477528" y="457697"/>
                    <a:pt x="546581" y="527728"/>
                    <a:pt x="615504" y="523697"/>
                  </a:cubicBezTo>
                  <a:cubicBezTo>
                    <a:pt x="668288" y="520349"/>
                    <a:pt x="713029" y="477810"/>
                    <a:pt x="711143" y="424871"/>
                  </a:cubicBezTo>
                  <a:cubicBezTo>
                    <a:pt x="710660" y="401255"/>
                    <a:pt x="701293" y="378126"/>
                    <a:pt x="685115" y="360641"/>
                  </a:cubicBezTo>
                  <a:close/>
                </a:path>
              </a:pathLst>
            </a:custGeom>
            <a:solidFill>
              <a:srgbClr val="DB6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330200" cy="37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49233" y="4897537"/>
            <a:ext cx="4697417" cy="4360763"/>
            <a:chOff x="0" y="0"/>
            <a:chExt cx="1237180" cy="1148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7180" cy="1148514"/>
            </a:xfrm>
            <a:custGeom>
              <a:avLst/>
              <a:gdLst/>
              <a:ahLst/>
              <a:cxnLst/>
              <a:rect r="r" b="b" t="t" l="l"/>
              <a:pathLst>
                <a:path h="1148514" w="1237180">
                  <a:moveTo>
                    <a:pt x="153275" y="0"/>
                  </a:moveTo>
                  <a:lnTo>
                    <a:pt x="1083904" y="0"/>
                  </a:lnTo>
                  <a:cubicBezTo>
                    <a:pt x="1124555" y="0"/>
                    <a:pt x="1163542" y="16149"/>
                    <a:pt x="1192286" y="44893"/>
                  </a:cubicBezTo>
                  <a:cubicBezTo>
                    <a:pt x="1221031" y="73638"/>
                    <a:pt x="1237180" y="112624"/>
                    <a:pt x="1237180" y="153275"/>
                  </a:cubicBezTo>
                  <a:lnTo>
                    <a:pt x="1237180" y="995238"/>
                  </a:lnTo>
                  <a:cubicBezTo>
                    <a:pt x="1237180" y="1035889"/>
                    <a:pt x="1221031" y="1074876"/>
                    <a:pt x="1192286" y="1103620"/>
                  </a:cubicBezTo>
                  <a:cubicBezTo>
                    <a:pt x="1163542" y="1132365"/>
                    <a:pt x="1124555" y="1148514"/>
                    <a:pt x="1083904" y="1148514"/>
                  </a:cubicBezTo>
                  <a:lnTo>
                    <a:pt x="153275" y="1148514"/>
                  </a:lnTo>
                  <a:cubicBezTo>
                    <a:pt x="68624" y="1148514"/>
                    <a:pt x="0" y="1079890"/>
                    <a:pt x="0" y="995238"/>
                  </a:cubicBezTo>
                  <a:lnTo>
                    <a:pt x="0" y="153275"/>
                  </a:lnTo>
                  <a:cubicBezTo>
                    <a:pt x="0" y="112624"/>
                    <a:pt x="16149" y="73638"/>
                    <a:pt x="44893" y="44893"/>
                  </a:cubicBezTo>
                  <a:cubicBezTo>
                    <a:pt x="73638" y="16149"/>
                    <a:pt x="112624" y="0"/>
                    <a:pt x="153275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37180" cy="1205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42241" y="4897537"/>
            <a:ext cx="4697417" cy="4360763"/>
            <a:chOff x="0" y="0"/>
            <a:chExt cx="1237180" cy="11485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7180" cy="1148514"/>
            </a:xfrm>
            <a:custGeom>
              <a:avLst/>
              <a:gdLst/>
              <a:ahLst/>
              <a:cxnLst/>
              <a:rect r="r" b="b" t="t" l="l"/>
              <a:pathLst>
                <a:path h="1148514" w="1237180">
                  <a:moveTo>
                    <a:pt x="153275" y="0"/>
                  </a:moveTo>
                  <a:lnTo>
                    <a:pt x="1083904" y="0"/>
                  </a:lnTo>
                  <a:cubicBezTo>
                    <a:pt x="1124555" y="0"/>
                    <a:pt x="1163542" y="16149"/>
                    <a:pt x="1192286" y="44893"/>
                  </a:cubicBezTo>
                  <a:cubicBezTo>
                    <a:pt x="1221031" y="73638"/>
                    <a:pt x="1237180" y="112624"/>
                    <a:pt x="1237180" y="153275"/>
                  </a:cubicBezTo>
                  <a:lnTo>
                    <a:pt x="1237180" y="995238"/>
                  </a:lnTo>
                  <a:cubicBezTo>
                    <a:pt x="1237180" y="1035889"/>
                    <a:pt x="1221031" y="1074876"/>
                    <a:pt x="1192286" y="1103620"/>
                  </a:cubicBezTo>
                  <a:cubicBezTo>
                    <a:pt x="1163542" y="1132365"/>
                    <a:pt x="1124555" y="1148514"/>
                    <a:pt x="1083904" y="1148514"/>
                  </a:cubicBezTo>
                  <a:lnTo>
                    <a:pt x="153275" y="1148514"/>
                  </a:lnTo>
                  <a:cubicBezTo>
                    <a:pt x="68624" y="1148514"/>
                    <a:pt x="0" y="1079890"/>
                    <a:pt x="0" y="995238"/>
                  </a:cubicBezTo>
                  <a:lnTo>
                    <a:pt x="0" y="153275"/>
                  </a:lnTo>
                  <a:cubicBezTo>
                    <a:pt x="0" y="112624"/>
                    <a:pt x="16149" y="73638"/>
                    <a:pt x="44893" y="44893"/>
                  </a:cubicBezTo>
                  <a:cubicBezTo>
                    <a:pt x="73638" y="16149"/>
                    <a:pt x="112624" y="0"/>
                    <a:pt x="153275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37180" cy="1205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88300" y="3108846"/>
            <a:ext cx="1812105" cy="497505"/>
          </a:xfrm>
          <a:custGeom>
            <a:avLst/>
            <a:gdLst/>
            <a:ahLst/>
            <a:cxnLst/>
            <a:rect r="r" b="b" t="t" l="l"/>
            <a:pathLst>
              <a:path h="497505" w="1812105">
                <a:moveTo>
                  <a:pt x="0" y="0"/>
                </a:moveTo>
                <a:lnTo>
                  <a:pt x="1812105" y="0"/>
                </a:lnTo>
                <a:lnTo>
                  <a:pt x="1812105" y="497505"/>
                </a:lnTo>
                <a:lnTo>
                  <a:pt x="0" y="4975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81035" y="2770859"/>
            <a:ext cx="9326821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Soluçã</a:t>
            </a: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 proposta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37969" y="6451476"/>
            <a:ext cx="410596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92% dos d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atores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ã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ide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ti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fic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do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44961" y="6232401"/>
            <a:ext cx="410596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Permite antecipar pr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oblemas antes da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esquisa de NPS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788485" y="3357599"/>
            <a:ext cx="1812105" cy="497505"/>
          </a:xfrm>
          <a:custGeom>
            <a:avLst/>
            <a:gdLst/>
            <a:ahLst/>
            <a:cxnLst/>
            <a:rect r="r" b="b" t="t" l="l"/>
            <a:pathLst>
              <a:path h="497505" w="1812105">
                <a:moveTo>
                  <a:pt x="0" y="0"/>
                </a:moveTo>
                <a:lnTo>
                  <a:pt x="1812106" y="0"/>
                </a:lnTo>
                <a:lnTo>
                  <a:pt x="1812106" y="497505"/>
                </a:lnTo>
                <a:lnTo>
                  <a:pt x="0" y="4975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36117" y="4016994"/>
            <a:ext cx="1181665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Desenvolvemos um modelo para identificar clientes com risco de insatisfação.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407231" cy="399959"/>
            <a:chOff x="0" y="0"/>
            <a:chExt cx="7112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1200" cy="698499"/>
            </a:xfrm>
            <a:custGeom>
              <a:avLst/>
              <a:gdLst/>
              <a:ahLst/>
              <a:cxnLst/>
              <a:rect r="r" b="b" t="t" l="l"/>
              <a:pathLst>
                <a:path h="698499" w="711200">
                  <a:moveTo>
                    <a:pt x="685115" y="360641"/>
                  </a:moveTo>
                  <a:cubicBezTo>
                    <a:pt x="679370" y="354429"/>
                    <a:pt x="679379" y="344421"/>
                    <a:pt x="685114" y="338200"/>
                  </a:cubicBezTo>
                  <a:cubicBezTo>
                    <a:pt x="701040" y="320928"/>
                    <a:pt x="710352" y="298127"/>
                    <a:pt x="711012" y="274827"/>
                  </a:cubicBezTo>
                  <a:cubicBezTo>
                    <a:pt x="713217" y="216626"/>
                    <a:pt x="662461" y="177386"/>
                    <a:pt x="606428" y="173921"/>
                  </a:cubicBezTo>
                  <a:cubicBezTo>
                    <a:pt x="539706" y="173921"/>
                    <a:pt x="476081" y="240975"/>
                    <a:pt x="432998" y="282428"/>
                  </a:cubicBezTo>
                  <a:cubicBezTo>
                    <a:pt x="430088" y="285227"/>
                    <a:pt x="425512" y="286338"/>
                    <a:pt x="422609" y="283533"/>
                  </a:cubicBezTo>
                  <a:cubicBezTo>
                    <a:pt x="419696" y="280718"/>
                    <a:pt x="420784" y="276197"/>
                    <a:pt x="423600" y="273289"/>
                  </a:cubicBezTo>
                  <a:cubicBezTo>
                    <a:pt x="465849" y="229649"/>
                    <a:pt x="537503" y="161596"/>
                    <a:pt x="533176" y="94003"/>
                  </a:cubicBezTo>
                  <a:cubicBezTo>
                    <a:pt x="529921" y="42037"/>
                    <a:pt x="486575" y="-1905"/>
                    <a:pt x="432582" y="64"/>
                  </a:cubicBezTo>
                  <a:cubicBezTo>
                    <a:pt x="408377" y="540"/>
                    <a:pt x="385036" y="9860"/>
                    <a:pt x="367222" y="25639"/>
                  </a:cubicBezTo>
                  <a:cubicBezTo>
                    <a:pt x="360877" y="31260"/>
                    <a:pt x="350674" y="31246"/>
                    <a:pt x="344325" y="25628"/>
                  </a:cubicBezTo>
                  <a:cubicBezTo>
                    <a:pt x="326227" y="9615"/>
                    <a:pt x="302176" y="173"/>
                    <a:pt x="277727" y="173"/>
                  </a:cubicBezTo>
                  <a:cubicBezTo>
                    <a:pt x="219348" y="-723"/>
                    <a:pt x="180572" y="48613"/>
                    <a:pt x="177095" y="102920"/>
                  </a:cubicBezTo>
                  <a:cubicBezTo>
                    <a:pt x="176145" y="168415"/>
                    <a:pt x="245695" y="231167"/>
                    <a:pt x="287583" y="273277"/>
                  </a:cubicBezTo>
                  <a:cubicBezTo>
                    <a:pt x="290421" y="276131"/>
                    <a:pt x="291548" y="280609"/>
                    <a:pt x="288700" y="283455"/>
                  </a:cubicBezTo>
                  <a:cubicBezTo>
                    <a:pt x="285831" y="286323"/>
                    <a:pt x="281217" y="285256"/>
                    <a:pt x="278252" y="282485"/>
                  </a:cubicBezTo>
                  <a:cubicBezTo>
                    <a:pt x="233685" y="240847"/>
                    <a:pt x="164635" y="170835"/>
                    <a:pt x="95714" y="174851"/>
                  </a:cubicBezTo>
                  <a:cubicBezTo>
                    <a:pt x="52303" y="177606"/>
                    <a:pt x="12685" y="206873"/>
                    <a:pt x="2564" y="249008"/>
                  </a:cubicBezTo>
                  <a:cubicBezTo>
                    <a:pt x="-4907" y="280107"/>
                    <a:pt x="4251" y="314248"/>
                    <a:pt x="26102" y="337892"/>
                  </a:cubicBezTo>
                  <a:cubicBezTo>
                    <a:pt x="31845" y="344106"/>
                    <a:pt x="31844" y="354114"/>
                    <a:pt x="26105" y="360331"/>
                  </a:cubicBezTo>
                  <a:cubicBezTo>
                    <a:pt x="4395" y="383849"/>
                    <a:pt x="-4714" y="417440"/>
                    <a:pt x="2638" y="448410"/>
                  </a:cubicBezTo>
                  <a:cubicBezTo>
                    <a:pt x="13802" y="494883"/>
                    <a:pt x="57898" y="521719"/>
                    <a:pt x="104792" y="524537"/>
                  </a:cubicBezTo>
                  <a:cubicBezTo>
                    <a:pt x="176012" y="524537"/>
                    <a:pt x="231539" y="460818"/>
                    <a:pt x="278229" y="416011"/>
                  </a:cubicBezTo>
                  <a:cubicBezTo>
                    <a:pt x="281134" y="413222"/>
                    <a:pt x="285693" y="412118"/>
                    <a:pt x="288591" y="414913"/>
                  </a:cubicBezTo>
                  <a:cubicBezTo>
                    <a:pt x="291511" y="417731"/>
                    <a:pt x="290425" y="422264"/>
                    <a:pt x="287603" y="425177"/>
                  </a:cubicBezTo>
                  <a:cubicBezTo>
                    <a:pt x="245317" y="468843"/>
                    <a:pt x="173779" y="536847"/>
                    <a:pt x="178024" y="604454"/>
                  </a:cubicBezTo>
                  <a:cubicBezTo>
                    <a:pt x="181399" y="655784"/>
                    <a:pt x="223583" y="699417"/>
                    <a:pt x="276948" y="698485"/>
                  </a:cubicBezTo>
                  <a:cubicBezTo>
                    <a:pt x="301620" y="698485"/>
                    <a:pt x="325832" y="689187"/>
                    <a:pt x="344100" y="672936"/>
                  </a:cubicBezTo>
                  <a:cubicBezTo>
                    <a:pt x="350434" y="667301"/>
                    <a:pt x="360624" y="667296"/>
                    <a:pt x="366958" y="672930"/>
                  </a:cubicBezTo>
                  <a:cubicBezTo>
                    <a:pt x="384603" y="688619"/>
                    <a:pt x="407703" y="697727"/>
                    <a:pt x="431486" y="698376"/>
                  </a:cubicBezTo>
                  <a:cubicBezTo>
                    <a:pt x="490714" y="700413"/>
                    <a:pt x="530644" y="650723"/>
                    <a:pt x="534123" y="595648"/>
                  </a:cubicBezTo>
                  <a:cubicBezTo>
                    <a:pt x="535073" y="530208"/>
                    <a:pt x="465567" y="467323"/>
                    <a:pt x="423655" y="425298"/>
                  </a:cubicBezTo>
                  <a:cubicBezTo>
                    <a:pt x="420806" y="422440"/>
                    <a:pt x="419675" y="417946"/>
                    <a:pt x="422530" y="415093"/>
                  </a:cubicBezTo>
                  <a:cubicBezTo>
                    <a:pt x="425395" y="412232"/>
                    <a:pt x="429999" y="413301"/>
                    <a:pt x="432960" y="416066"/>
                  </a:cubicBezTo>
                  <a:cubicBezTo>
                    <a:pt x="477528" y="457697"/>
                    <a:pt x="546581" y="527728"/>
                    <a:pt x="615504" y="523697"/>
                  </a:cubicBezTo>
                  <a:cubicBezTo>
                    <a:pt x="668288" y="520349"/>
                    <a:pt x="713029" y="477810"/>
                    <a:pt x="711143" y="424871"/>
                  </a:cubicBezTo>
                  <a:cubicBezTo>
                    <a:pt x="710660" y="401255"/>
                    <a:pt x="701293" y="378126"/>
                    <a:pt x="685115" y="360641"/>
                  </a:cubicBezTo>
                  <a:close/>
                </a:path>
              </a:pathLst>
            </a:custGeom>
            <a:solidFill>
              <a:srgbClr val="DB6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330200" cy="37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71282" y="5589101"/>
            <a:ext cx="22381539" cy="2931025"/>
            <a:chOff x="0" y="0"/>
            <a:chExt cx="5894726" cy="7719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94726" cy="771957"/>
            </a:xfrm>
            <a:custGeom>
              <a:avLst/>
              <a:gdLst/>
              <a:ahLst/>
              <a:cxnLst/>
              <a:rect r="r" b="b" t="t" l="l"/>
              <a:pathLst>
                <a:path h="771957" w="5894726">
                  <a:moveTo>
                    <a:pt x="32169" y="0"/>
                  </a:moveTo>
                  <a:lnTo>
                    <a:pt x="5862557" y="0"/>
                  </a:lnTo>
                  <a:cubicBezTo>
                    <a:pt x="5880324" y="0"/>
                    <a:pt x="5894726" y="14403"/>
                    <a:pt x="5894726" y="32169"/>
                  </a:cubicBezTo>
                  <a:lnTo>
                    <a:pt x="5894726" y="739788"/>
                  </a:lnTo>
                  <a:cubicBezTo>
                    <a:pt x="5894726" y="748320"/>
                    <a:pt x="5891337" y="756502"/>
                    <a:pt x="5885304" y="762535"/>
                  </a:cubicBezTo>
                  <a:cubicBezTo>
                    <a:pt x="5879271" y="768568"/>
                    <a:pt x="5871089" y="771957"/>
                    <a:pt x="5862557" y="771957"/>
                  </a:cubicBezTo>
                  <a:lnTo>
                    <a:pt x="32169" y="771957"/>
                  </a:lnTo>
                  <a:cubicBezTo>
                    <a:pt x="23637" y="771957"/>
                    <a:pt x="15455" y="768568"/>
                    <a:pt x="9422" y="762535"/>
                  </a:cubicBezTo>
                  <a:cubicBezTo>
                    <a:pt x="3389" y="756502"/>
                    <a:pt x="0" y="748320"/>
                    <a:pt x="0" y="739788"/>
                  </a:cubicBezTo>
                  <a:lnTo>
                    <a:pt x="0" y="32169"/>
                  </a:lnTo>
                  <a:cubicBezTo>
                    <a:pt x="0" y="23637"/>
                    <a:pt x="3389" y="15455"/>
                    <a:pt x="9422" y="9422"/>
                  </a:cubicBezTo>
                  <a:cubicBezTo>
                    <a:pt x="15455" y="3389"/>
                    <a:pt x="23637" y="0"/>
                    <a:pt x="32169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94726" cy="829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404615" y="2532371"/>
            <a:ext cx="1854685" cy="1854685"/>
          </a:xfrm>
          <a:custGeom>
            <a:avLst/>
            <a:gdLst/>
            <a:ahLst/>
            <a:cxnLst/>
            <a:rect r="r" b="b" t="t" l="l"/>
            <a:pathLst>
              <a:path h="1854685" w="1854685">
                <a:moveTo>
                  <a:pt x="0" y="0"/>
                </a:moveTo>
                <a:lnTo>
                  <a:pt x="1854685" y="0"/>
                </a:lnTo>
                <a:lnTo>
                  <a:pt x="1854685" y="1854685"/>
                </a:lnTo>
                <a:lnTo>
                  <a:pt x="0" y="18546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063266" y="7901954"/>
            <a:ext cx="12161468" cy="1236344"/>
            <a:chOff x="0" y="0"/>
            <a:chExt cx="3203020" cy="3256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03020" cy="325621"/>
            </a:xfrm>
            <a:custGeom>
              <a:avLst/>
              <a:gdLst/>
              <a:ahLst/>
              <a:cxnLst/>
              <a:rect r="r" b="b" t="t" l="l"/>
              <a:pathLst>
                <a:path h="325621" w="3203020">
                  <a:moveTo>
                    <a:pt x="59203" y="0"/>
                  </a:moveTo>
                  <a:lnTo>
                    <a:pt x="3143817" y="0"/>
                  </a:lnTo>
                  <a:cubicBezTo>
                    <a:pt x="3176514" y="0"/>
                    <a:pt x="3203020" y="26506"/>
                    <a:pt x="3203020" y="59203"/>
                  </a:cubicBezTo>
                  <a:lnTo>
                    <a:pt x="3203020" y="266418"/>
                  </a:lnTo>
                  <a:cubicBezTo>
                    <a:pt x="3203020" y="299115"/>
                    <a:pt x="3176514" y="325621"/>
                    <a:pt x="3143817" y="325621"/>
                  </a:cubicBezTo>
                  <a:lnTo>
                    <a:pt x="59203" y="325621"/>
                  </a:lnTo>
                  <a:cubicBezTo>
                    <a:pt x="26506" y="325621"/>
                    <a:pt x="0" y="299115"/>
                    <a:pt x="0" y="266418"/>
                  </a:cubicBezTo>
                  <a:lnTo>
                    <a:pt x="0" y="59203"/>
                  </a:lnTo>
                  <a:cubicBezTo>
                    <a:pt x="0" y="26506"/>
                    <a:pt x="26506" y="0"/>
                    <a:pt x="59203" y="0"/>
                  </a:cubicBezTo>
                  <a:close/>
                </a:path>
              </a:pathLst>
            </a:custGeom>
            <a:solidFill>
              <a:srgbClr val="32100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203020" cy="382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41439" y="836918"/>
            <a:ext cx="7970120" cy="4752184"/>
          </a:xfrm>
          <a:custGeom>
            <a:avLst/>
            <a:gdLst/>
            <a:ahLst/>
            <a:cxnLst/>
            <a:rect r="r" b="b" t="t" l="l"/>
            <a:pathLst>
              <a:path h="4752184" w="7970120">
                <a:moveTo>
                  <a:pt x="0" y="0"/>
                </a:moveTo>
                <a:lnTo>
                  <a:pt x="7970120" y="0"/>
                </a:lnTo>
                <a:lnTo>
                  <a:pt x="7970120" y="4752183"/>
                </a:lnTo>
                <a:lnTo>
                  <a:pt x="0" y="47521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200842"/>
            <a:ext cx="4753024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Aplicação prát</a:t>
            </a: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5200" y="6392411"/>
            <a:ext cx="410596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Baix</a:t>
            </a:r>
            <a:r>
              <a:rPr lang="en-US" b="true" sz="27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 risco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~40% detratores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3882" y="6392411"/>
            <a:ext cx="3502618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Médio </a:t>
            </a:r>
            <a:r>
              <a:rPr lang="en-US" b="true" sz="27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risco 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~86%</a:t>
            </a:r>
            <a:r>
              <a:rPr lang="en-US" b="true" sz="27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detratores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96199" y="6392411"/>
            <a:ext cx="29831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Alto </a:t>
            </a:r>
            <a:r>
              <a:rPr lang="en-US" b="true" sz="27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risco 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~97% detratores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4618236"/>
            <a:ext cx="538857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 modelo permite priorizar clientes: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94275" y="8066101"/>
            <a:ext cx="936183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AE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Isso permite atuar antes que o cliente se torne insatisfeito.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407231" cy="399959"/>
            <a:chOff x="0" y="0"/>
            <a:chExt cx="7112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1200" cy="698499"/>
            </a:xfrm>
            <a:custGeom>
              <a:avLst/>
              <a:gdLst/>
              <a:ahLst/>
              <a:cxnLst/>
              <a:rect r="r" b="b" t="t" l="l"/>
              <a:pathLst>
                <a:path h="698499" w="711200">
                  <a:moveTo>
                    <a:pt x="685115" y="360641"/>
                  </a:moveTo>
                  <a:cubicBezTo>
                    <a:pt x="679370" y="354429"/>
                    <a:pt x="679379" y="344421"/>
                    <a:pt x="685114" y="338200"/>
                  </a:cubicBezTo>
                  <a:cubicBezTo>
                    <a:pt x="701040" y="320928"/>
                    <a:pt x="710352" y="298127"/>
                    <a:pt x="711012" y="274827"/>
                  </a:cubicBezTo>
                  <a:cubicBezTo>
                    <a:pt x="713217" y="216626"/>
                    <a:pt x="662461" y="177386"/>
                    <a:pt x="606428" y="173921"/>
                  </a:cubicBezTo>
                  <a:cubicBezTo>
                    <a:pt x="539706" y="173921"/>
                    <a:pt x="476081" y="240975"/>
                    <a:pt x="432998" y="282428"/>
                  </a:cubicBezTo>
                  <a:cubicBezTo>
                    <a:pt x="430088" y="285227"/>
                    <a:pt x="425512" y="286338"/>
                    <a:pt x="422609" y="283533"/>
                  </a:cubicBezTo>
                  <a:cubicBezTo>
                    <a:pt x="419696" y="280718"/>
                    <a:pt x="420784" y="276197"/>
                    <a:pt x="423600" y="273289"/>
                  </a:cubicBezTo>
                  <a:cubicBezTo>
                    <a:pt x="465849" y="229649"/>
                    <a:pt x="537503" y="161596"/>
                    <a:pt x="533176" y="94003"/>
                  </a:cubicBezTo>
                  <a:cubicBezTo>
                    <a:pt x="529921" y="42037"/>
                    <a:pt x="486575" y="-1905"/>
                    <a:pt x="432582" y="64"/>
                  </a:cubicBezTo>
                  <a:cubicBezTo>
                    <a:pt x="408377" y="540"/>
                    <a:pt x="385036" y="9860"/>
                    <a:pt x="367222" y="25639"/>
                  </a:cubicBezTo>
                  <a:cubicBezTo>
                    <a:pt x="360877" y="31260"/>
                    <a:pt x="350674" y="31246"/>
                    <a:pt x="344325" y="25628"/>
                  </a:cubicBezTo>
                  <a:cubicBezTo>
                    <a:pt x="326227" y="9615"/>
                    <a:pt x="302176" y="173"/>
                    <a:pt x="277727" y="173"/>
                  </a:cubicBezTo>
                  <a:cubicBezTo>
                    <a:pt x="219348" y="-723"/>
                    <a:pt x="180572" y="48613"/>
                    <a:pt x="177095" y="102920"/>
                  </a:cubicBezTo>
                  <a:cubicBezTo>
                    <a:pt x="176145" y="168415"/>
                    <a:pt x="245695" y="231167"/>
                    <a:pt x="287583" y="273277"/>
                  </a:cubicBezTo>
                  <a:cubicBezTo>
                    <a:pt x="290421" y="276131"/>
                    <a:pt x="291548" y="280609"/>
                    <a:pt x="288700" y="283455"/>
                  </a:cubicBezTo>
                  <a:cubicBezTo>
                    <a:pt x="285831" y="286323"/>
                    <a:pt x="281217" y="285256"/>
                    <a:pt x="278252" y="282485"/>
                  </a:cubicBezTo>
                  <a:cubicBezTo>
                    <a:pt x="233685" y="240847"/>
                    <a:pt x="164635" y="170835"/>
                    <a:pt x="95714" y="174851"/>
                  </a:cubicBezTo>
                  <a:cubicBezTo>
                    <a:pt x="52303" y="177606"/>
                    <a:pt x="12685" y="206873"/>
                    <a:pt x="2564" y="249008"/>
                  </a:cubicBezTo>
                  <a:cubicBezTo>
                    <a:pt x="-4907" y="280107"/>
                    <a:pt x="4251" y="314248"/>
                    <a:pt x="26102" y="337892"/>
                  </a:cubicBezTo>
                  <a:cubicBezTo>
                    <a:pt x="31845" y="344106"/>
                    <a:pt x="31844" y="354114"/>
                    <a:pt x="26105" y="360331"/>
                  </a:cubicBezTo>
                  <a:cubicBezTo>
                    <a:pt x="4395" y="383849"/>
                    <a:pt x="-4714" y="417440"/>
                    <a:pt x="2638" y="448410"/>
                  </a:cubicBezTo>
                  <a:cubicBezTo>
                    <a:pt x="13802" y="494883"/>
                    <a:pt x="57898" y="521719"/>
                    <a:pt x="104792" y="524537"/>
                  </a:cubicBezTo>
                  <a:cubicBezTo>
                    <a:pt x="176012" y="524537"/>
                    <a:pt x="231539" y="460818"/>
                    <a:pt x="278229" y="416011"/>
                  </a:cubicBezTo>
                  <a:cubicBezTo>
                    <a:pt x="281134" y="413222"/>
                    <a:pt x="285693" y="412118"/>
                    <a:pt x="288591" y="414913"/>
                  </a:cubicBezTo>
                  <a:cubicBezTo>
                    <a:pt x="291511" y="417731"/>
                    <a:pt x="290425" y="422264"/>
                    <a:pt x="287603" y="425177"/>
                  </a:cubicBezTo>
                  <a:cubicBezTo>
                    <a:pt x="245317" y="468843"/>
                    <a:pt x="173779" y="536847"/>
                    <a:pt x="178024" y="604454"/>
                  </a:cubicBezTo>
                  <a:cubicBezTo>
                    <a:pt x="181399" y="655784"/>
                    <a:pt x="223583" y="699417"/>
                    <a:pt x="276948" y="698485"/>
                  </a:cubicBezTo>
                  <a:cubicBezTo>
                    <a:pt x="301620" y="698485"/>
                    <a:pt x="325832" y="689187"/>
                    <a:pt x="344100" y="672936"/>
                  </a:cubicBezTo>
                  <a:cubicBezTo>
                    <a:pt x="350434" y="667301"/>
                    <a:pt x="360624" y="667296"/>
                    <a:pt x="366958" y="672930"/>
                  </a:cubicBezTo>
                  <a:cubicBezTo>
                    <a:pt x="384603" y="688619"/>
                    <a:pt x="407703" y="697727"/>
                    <a:pt x="431486" y="698376"/>
                  </a:cubicBezTo>
                  <a:cubicBezTo>
                    <a:pt x="490714" y="700413"/>
                    <a:pt x="530644" y="650723"/>
                    <a:pt x="534123" y="595648"/>
                  </a:cubicBezTo>
                  <a:cubicBezTo>
                    <a:pt x="535073" y="530208"/>
                    <a:pt x="465567" y="467323"/>
                    <a:pt x="423655" y="425298"/>
                  </a:cubicBezTo>
                  <a:cubicBezTo>
                    <a:pt x="420806" y="422440"/>
                    <a:pt x="419675" y="417946"/>
                    <a:pt x="422530" y="415093"/>
                  </a:cubicBezTo>
                  <a:cubicBezTo>
                    <a:pt x="425395" y="412232"/>
                    <a:pt x="429999" y="413301"/>
                    <a:pt x="432960" y="416066"/>
                  </a:cubicBezTo>
                  <a:cubicBezTo>
                    <a:pt x="477528" y="457697"/>
                    <a:pt x="546581" y="527728"/>
                    <a:pt x="615504" y="523697"/>
                  </a:cubicBezTo>
                  <a:cubicBezTo>
                    <a:pt x="668288" y="520349"/>
                    <a:pt x="713029" y="477810"/>
                    <a:pt x="711143" y="424871"/>
                  </a:cubicBezTo>
                  <a:cubicBezTo>
                    <a:pt x="710660" y="401255"/>
                    <a:pt x="701293" y="378126"/>
                    <a:pt x="685115" y="360641"/>
                  </a:cubicBezTo>
                  <a:close/>
                </a:path>
              </a:pathLst>
            </a:custGeom>
            <a:solidFill>
              <a:srgbClr val="DB6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330200" cy="37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2803993" y="5405081"/>
            <a:ext cx="12740536" cy="62619"/>
          </a:xfrm>
          <a:prstGeom prst="line">
            <a:avLst/>
          </a:prstGeom>
          <a:ln cap="flat" w="38100">
            <a:solidFill>
              <a:srgbClr val="DB643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883222" y="4806193"/>
            <a:ext cx="1460914" cy="146091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53813" y="4743812"/>
            <a:ext cx="1460914" cy="146091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3088" y="4740834"/>
            <a:ext cx="1460914" cy="14609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1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013023" y="2668345"/>
            <a:ext cx="1446947" cy="786613"/>
          </a:xfrm>
          <a:custGeom>
            <a:avLst/>
            <a:gdLst/>
            <a:ahLst/>
            <a:cxnLst/>
            <a:rect r="r" b="b" t="t" l="l"/>
            <a:pathLst>
              <a:path h="786613" w="1446947">
                <a:moveTo>
                  <a:pt x="0" y="0"/>
                </a:moveTo>
                <a:lnTo>
                  <a:pt x="1446947" y="0"/>
                </a:lnTo>
                <a:lnTo>
                  <a:pt x="1446947" y="786614"/>
                </a:lnTo>
                <a:lnTo>
                  <a:pt x="0" y="786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36496" y="2332709"/>
            <a:ext cx="12815007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</a:t>
            </a: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ecomendações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828030" y="2668345"/>
            <a:ext cx="1446947" cy="786613"/>
          </a:xfrm>
          <a:custGeom>
            <a:avLst/>
            <a:gdLst/>
            <a:ahLst/>
            <a:cxnLst/>
            <a:rect r="r" b="b" t="t" l="l"/>
            <a:pathLst>
              <a:path h="786613" w="1446947">
                <a:moveTo>
                  <a:pt x="0" y="0"/>
                </a:moveTo>
                <a:lnTo>
                  <a:pt x="1446947" y="0"/>
                </a:lnTo>
                <a:lnTo>
                  <a:pt x="1446947" y="786614"/>
                </a:lnTo>
                <a:lnTo>
                  <a:pt x="0" y="786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93083" y="6591820"/>
            <a:ext cx="316092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ed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uzir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atra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na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ent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reg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33217" y="6591820"/>
            <a:ext cx="316092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Monit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ora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client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es com múltipl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as recla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mações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03808" y="6591820"/>
            <a:ext cx="316092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Melhorar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res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ol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ção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pr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imeiro con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tato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544521" y="4671034"/>
            <a:ext cx="1460914" cy="146091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694516" y="6591820"/>
            <a:ext cx="316092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Priorizar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clientes de al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risc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 com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bas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n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del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407231" cy="399959"/>
            <a:chOff x="0" y="0"/>
            <a:chExt cx="7112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1200" cy="698499"/>
            </a:xfrm>
            <a:custGeom>
              <a:avLst/>
              <a:gdLst/>
              <a:ahLst/>
              <a:cxnLst/>
              <a:rect r="r" b="b" t="t" l="l"/>
              <a:pathLst>
                <a:path h="698499" w="711200">
                  <a:moveTo>
                    <a:pt x="685115" y="360641"/>
                  </a:moveTo>
                  <a:cubicBezTo>
                    <a:pt x="679370" y="354429"/>
                    <a:pt x="679379" y="344421"/>
                    <a:pt x="685114" y="338200"/>
                  </a:cubicBezTo>
                  <a:cubicBezTo>
                    <a:pt x="701040" y="320928"/>
                    <a:pt x="710352" y="298127"/>
                    <a:pt x="711012" y="274827"/>
                  </a:cubicBezTo>
                  <a:cubicBezTo>
                    <a:pt x="713217" y="216626"/>
                    <a:pt x="662461" y="177386"/>
                    <a:pt x="606428" y="173921"/>
                  </a:cubicBezTo>
                  <a:cubicBezTo>
                    <a:pt x="539706" y="173921"/>
                    <a:pt x="476081" y="240975"/>
                    <a:pt x="432998" y="282428"/>
                  </a:cubicBezTo>
                  <a:cubicBezTo>
                    <a:pt x="430088" y="285227"/>
                    <a:pt x="425512" y="286338"/>
                    <a:pt x="422609" y="283533"/>
                  </a:cubicBezTo>
                  <a:cubicBezTo>
                    <a:pt x="419696" y="280718"/>
                    <a:pt x="420784" y="276197"/>
                    <a:pt x="423600" y="273289"/>
                  </a:cubicBezTo>
                  <a:cubicBezTo>
                    <a:pt x="465849" y="229649"/>
                    <a:pt x="537503" y="161596"/>
                    <a:pt x="533176" y="94003"/>
                  </a:cubicBezTo>
                  <a:cubicBezTo>
                    <a:pt x="529921" y="42037"/>
                    <a:pt x="486575" y="-1905"/>
                    <a:pt x="432582" y="64"/>
                  </a:cubicBezTo>
                  <a:cubicBezTo>
                    <a:pt x="408377" y="540"/>
                    <a:pt x="385036" y="9860"/>
                    <a:pt x="367222" y="25639"/>
                  </a:cubicBezTo>
                  <a:cubicBezTo>
                    <a:pt x="360877" y="31260"/>
                    <a:pt x="350674" y="31246"/>
                    <a:pt x="344325" y="25628"/>
                  </a:cubicBezTo>
                  <a:cubicBezTo>
                    <a:pt x="326227" y="9615"/>
                    <a:pt x="302176" y="173"/>
                    <a:pt x="277727" y="173"/>
                  </a:cubicBezTo>
                  <a:cubicBezTo>
                    <a:pt x="219348" y="-723"/>
                    <a:pt x="180572" y="48613"/>
                    <a:pt x="177095" y="102920"/>
                  </a:cubicBezTo>
                  <a:cubicBezTo>
                    <a:pt x="176145" y="168415"/>
                    <a:pt x="245695" y="231167"/>
                    <a:pt x="287583" y="273277"/>
                  </a:cubicBezTo>
                  <a:cubicBezTo>
                    <a:pt x="290421" y="276131"/>
                    <a:pt x="291548" y="280609"/>
                    <a:pt x="288700" y="283455"/>
                  </a:cubicBezTo>
                  <a:cubicBezTo>
                    <a:pt x="285831" y="286323"/>
                    <a:pt x="281217" y="285256"/>
                    <a:pt x="278252" y="282485"/>
                  </a:cubicBezTo>
                  <a:cubicBezTo>
                    <a:pt x="233685" y="240847"/>
                    <a:pt x="164635" y="170835"/>
                    <a:pt x="95714" y="174851"/>
                  </a:cubicBezTo>
                  <a:cubicBezTo>
                    <a:pt x="52303" y="177606"/>
                    <a:pt x="12685" y="206873"/>
                    <a:pt x="2564" y="249008"/>
                  </a:cubicBezTo>
                  <a:cubicBezTo>
                    <a:pt x="-4907" y="280107"/>
                    <a:pt x="4251" y="314248"/>
                    <a:pt x="26102" y="337892"/>
                  </a:cubicBezTo>
                  <a:cubicBezTo>
                    <a:pt x="31845" y="344106"/>
                    <a:pt x="31844" y="354114"/>
                    <a:pt x="26105" y="360331"/>
                  </a:cubicBezTo>
                  <a:cubicBezTo>
                    <a:pt x="4395" y="383849"/>
                    <a:pt x="-4714" y="417440"/>
                    <a:pt x="2638" y="448410"/>
                  </a:cubicBezTo>
                  <a:cubicBezTo>
                    <a:pt x="13802" y="494883"/>
                    <a:pt x="57898" y="521719"/>
                    <a:pt x="104792" y="524537"/>
                  </a:cubicBezTo>
                  <a:cubicBezTo>
                    <a:pt x="176012" y="524537"/>
                    <a:pt x="231539" y="460818"/>
                    <a:pt x="278229" y="416011"/>
                  </a:cubicBezTo>
                  <a:cubicBezTo>
                    <a:pt x="281134" y="413222"/>
                    <a:pt x="285693" y="412118"/>
                    <a:pt x="288591" y="414913"/>
                  </a:cubicBezTo>
                  <a:cubicBezTo>
                    <a:pt x="291511" y="417731"/>
                    <a:pt x="290425" y="422264"/>
                    <a:pt x="287603" y="425177"/>
                  </a:cubicBezTo>
                  <a:cubicBezTo>
                    <a:pt x="245317" y="468843"/>
                    <a:pt x="173779" y="536847"/>
                    <a:pt x="178024" y="604454"/>
                  </a:cubicBezTo>
                  <a:cubicBezTo>
                    <a:pt x="181399" y="655784"/>
                    <a:pt x="223583" y="699417"/>
                    <a:pt x="276948" y="698485"/>
                  </a:cubicBezTo>
                  <a:cubicBezTo>
                    <a:pt x="301620" y="698485"/>
                    <a:pt x="325832" y="689187"/>
                    <a:pt x="344100" y="672936"/>
                  </a:cubicBezTo>
                  <a:cubicBezTo>
                    <a:pt x="350434" y="667301"/>
                    <a:pt x="360624" y="667296"/>
                    <a:pt x="366958" y="672930"/>
                  </a:cubicBezTo>
                  <a:cubicBezTo>
                    <a:pt x="384603" y="688619"/>
                    <a:pt x="407703" y="697727"/>
                    <a:pt x="431486" y="698376"/>
                  </a:cubicBezTo>
                  <a:cubicBezTo>
                    <a:pt x="490714" y="700413"/>
                    <a:pt x="530644" y="650723"/>
                    <a:pt x="534123" y="595648"/>
                  </a:cubicBezTo>
                  <a:cubicBezTo>
                    <a:pt x="535073" y="530208"/>
                    <a:pt x="465567" y="467323"/>
                    <a:pt x="423655" y="425298"/>
                  </a:cubicBezTo>
                  <a:cubicBezTo>
                    <a:pt x="420806" y="422440"/>
                    <a:pt x="419675" y="417946"/>
                    <a:pt x="422530" y="415093"/>
                  </a:cubicBezTo>
                  <a:cubicBezTo>
                    <a:pt x="425395" y="412232"/>
                    <a:pt x="429999" y="413301"/>
                    <a:pt x="432960" y="416066"/>
                  </a:cubicBezTo>
                  <a:cubicBezTo>
                    <a:pt x="477528" y="457697"/>
                    <a:pt x="546581" y="527728"/>
                    <a:pt x="615504" y="523697"/>
                  </a:cubicBezTo>
                  <a:cubicBezTo>
                    <a:pt x="668288" y="520349"/>
                    <a:pt x="713029" y="477810"/>
                    <a:pt x="711143" y="424871"/>
                  </a:cubicBezTo>
                  <a:cubicBezTo>
                    <a:pt x="710660" y="401255"/>
                    <a:pt x="701293" y="378126"/>
                    <a:pt x="685115" y="360641"/>
                  </a:cubicBezTo>
                  <a:close/>
                </a:path>
              </a:pathLst>
            </a:custGeom>
            <a:solidFill>
              <a:srgbClr val="DB6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330200" cy="37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074010" y="2134617"/>
            <a:ext cx="11830341" cy="7123683"/>
            <a:chOff x="0" y="0"/>
            <a:chExt cx="3115810" cy="18761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15810" cy="1876197"/>
            </a:xfrm>
            <a:custGeom>
              <a:avLst/>
              <a:gdLst/>
              <a:ahLst/>
              <a:cxnLst/>
              <a:rect r="r" b="b" t="t" l="l"/>
              <a:pathLst>
                <a:path h="1876197" w="3115810">
                  <a:moveTo>
                    <a:pt x="60860" y="0"/>
                  </a:moveTo>
                  <a:lnTo>
                    <a:pt x="3054950" y="0"/>
                  </a:lnTo>
                  <a:cubicBezTo>
                    <a:pt x="3088562" y="0"/>
                    <a:pt x="3115810" y="27248"/>
                    <a:pt x="3115810" y="60860"/>
                  </a:cubicBezTo>
                  <a:lnTo>
                    <a:pt x="3115810" y="1815336"/>
                  </a:lnTo>
                  <a:cubicBezTo>
                    <a:pt x="3115810" y="1848948"/>
                    <a:pt x="3088562" y="1876197"/>
                    <a:pt x="3054950" y="1876197"/>
                  </a:cubicBezTo>
                  <a:lnTo>
                    <a:pt x="60860" y="1876197"/>
                  </a:lnTo>
                  <a:cubicBezTo>
                    <a:pt x="27248" y="1876197"/>
                    <a:pt x="0" y="1848948"/>
                    <a:pt x="0" y="1815336"/>
                  </a:cubicBezTo>
                  <a:lnTo>
                    <a:pt x="0" y="60860"/>
                  </a:lnTo>
                  <a:cubicBezTo>
                    <a:pt x="0" y="27248"/>
                    <a:pt x="27248" y="0"/>
                    <a:pt x="60860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115810" cy="1933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061601" y="8155155"/>
            <a:ext cx="1212881" cy="443253"/>
          </a:xfrm>
          <a:custGeom>
            <a:avLst/>
            <a:gdLst/>
            <a:ahLst/>
            <a:cxnLst/>
            <a:rect r="r" b="b" t="t" l="l"/>
            <a:pathLst>
              <a:path h="443253" w="1212881">
                <a:moveTo>
                  <a:pt x="0" y="0"/>
                </a:moveTo>
                <a:lnTo>
                  <a:pt x="1212882" y="0"/>
                </a:lnTo>
                <a:lnTo>
                  <a:pt x="1212882" y="443253"/>
                </a:lnTo>
                <a:lnTo>
                  <a:pt x="0" y="443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43326" y="1428659"/>
            <a:ext cx="1266065" cy="688279"/>
          </a:xfrm>
          <a:custGeom>
            <a:avLst/>
            <a:gdLst/>
            <a:ahLst/>
            <a:cxnLst/>
            <a:rect r="r" b="b" t="t" l="l"/>
            <a:pathLst>
              <a:path h="688279" w="1266065">
                <a:moveTo>
                  <a:pt x="0" y="0"/>
                </a:moveTo>
                <a:lnTo>
                  <a:pt x="1266065" y="0"/>
                </a:lnTo>
                <a:lnTo>
                  <a:pt x="1266065" y="688279"/>
                </a:lnTo>
                <a:lnTo>
                  <a:pt x="0" y="688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41160" y="4495122"/>
            <a:ext cx="6555364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Impacto</a:t>
            </a:r>
          </a:p>
          <a:p>
            <a:pPr algn="l">
              <a:lnSpc>
                <a:spcPts val="6959"/>
              </a:lnSpc>
            </a:pP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Esperado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293" y="2884868"/>
            <a:ext cx="11674249" cy="5270287"/>
          </a:xfrm>
          <a:custGeom>
            <a:avLst/>
            <a:gdLst/>
            <a:ahLst/>
            <a:cxnLst/>
            <a:rect r="r" b="b" t="t" l="l"/>
            <a:pathLst>
              <a:path h="5270287" w="11674249">
                <a:moveTo>
                  <a:pt x="0" y="0"/>
                </a:moveTo>
                <a:lnTo>
                  <a:pt x="11674249" y="0"/>
                </a:lnTo>
                <a:lnTo>
                  <a:pt x="11674249" y="5270287"/>
                </a:lnTo>
                <a:lnTo>
                  <a:pt x="0" y="52702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5159" r="-3168" b="-27097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407231" cy="399959"/>
            <a:chOff x="0" y="0"/>
            <a:chExt cx="7112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1200" cy="698499"/>
            </a:xfrm>
            <a:custGeom>
              <a:avLst/>
              <a:gdLst/>
              <a:ahLst/>
              <a:cxnLst/>
              <a:rect r="r" b="b" t="t" l="l"/>
              <a:pathLst>
                <a:path h="698499" w="711200">
                  <a:moveTo>
                    <a:pt x="685115" y="360641"/>
                  </a:moveTo>
                  <a:cubicBezTo>
                    <a:pt x="679370" y="354429"/>
                    <a:pt x="679379" y="344421"/>
                    <a:pt x="685114" y="338200"/>
                  </a:cubicBezTo>
                  <a:cubicBezTo>
                    <a:pt x="701040" y="320928"/>
                    <a:pt x="710352" y="298127"/>
                    <a:pt x="711012" y="274827"/>
                  </a:cubicBezTo>
                  <a:cubicBezTo>
                    <a:pt x="713217" y="216626"/>
                    <a:pt x="662461" y="177386"/>
                    <a:pt x="606428" y="173921"/>
                  </a:cubicBezTo>
                  <a:cubicBezTo>
                    <a:pt x="539706" y="173921"/>
                    <a:pt x="476081" y="240975"/>
                    <a:pt x="432998" y="282428"/>
                  </a:cubicBezTo>
                  <a:cubicBezTo>
                    <a:pt x="430088" y="285227"/>
                    <a:pt x="425512" y="286338"/>
                    <a:pt x="422609" y="283533"/>
                  </a:cubicBezTo>
                  <a:cubicBezTo>
                    <a:pt x="419696" y="280718"/>
                    <a:pt x="420784" y="276197"/>
                    <a:pt x="423600" y="273289"/>
                  </a:cubicBezTo>
                  <a:cubicBezTo>
                    <a:pt x="465849" y="229649"/>
                    <a:pt x="537503" y="161596"/>
                    <a:pt x="533176" y="94003"/>
                  </a:cubicBezTo>
                  <a:cubicBezTo>
                    <a:pt x="529921" y="42037"/>
                    <a:pt x="486575" y="-1905"/>
                    <a:pt x="432582" y="64"/>
                  </a:cubicBezTo>
                  <a:cubicBezTo>
                    <a:pt x="408377" y="540"/>
                    <a:pt x="385036" y="9860"/>
                    <a:pt x="367222" y="25639"/>
                  </a:cubicBezTo>
                  <a:cubicBezTo>
                    <a:pt x="360877" y="31260"/>
                    <a:pt x="350674" y="31246"/>
                    <a:pt x="344325" y="25628"/>
                  </a:cubicBezTo>
                  <a:cubicBezTo>
                    <a:pt x="326227" y="9615"/>
                    <a:pt x="302176" y="173"/>
                    <a:pt x="277727" y="173"/>
                  </a:cubicBezTo>
                  <a:cubicBezTo>
                    <a:pt x="219348" y="-723"/>
                    <a:pt x="180572" y="48613"/>
                    <a:pt x="177095" y="102920"/>
                  </a:cubicBezTo>
                  <a:cubicBezTo>
                    <a:pt x="176145" y="168415"/>
                    <a:pt x="245695" y="231167"/>
                    <a:pt x="287583" y="273277"/>
                  </a:cubicBezTo>
                  <a:cubicBezTo>
                    <a:pt x="290421" y="276131"/>
                    <a:pt x="291548" y="280609"/>
                    <a:pt x="288700" y="283455"/>
                  </a:cubicBezTo>
                  <a:cubicBezTo>
                    <a:pt x="285831" y="286323"/>
                    <a:pt x="281217" y="285256"/>
                    <a:pt x="278252" y="282485"/>
                  </a:cubicBezTo>
                  <a:cubicBezTo>
                    <a:pt x="233685" y="240847"/>
                    <a:pt x="164635" y="170835"/>
                    <a:pt x="95714" y="174851"/>
                  </a:cubicBezTo>
                  <a:cubicBezTo>
                    <a:pt x="52303" y="177606"/>
                    <a:pt x="12685" y="206873"/>
                    <a:pt x="2564" y="249008"/>
                  </a:cubicBezTo>
                  <a:cubicBezTo>
                    <a:pt x="-4907" y="280107"/>
                    <a:pt x="4251" y="314248"/>
                    <a:pt x="26102" y="337892"/>
                  </a:cubicBezTo>
                  <a:cubicBezTo>
                    <a:pt x="31845" y="344106"/>
                    <a:pt x="31844" y="354114"/>
                    <a:pt x="26105" y="360331"/>
                  </a:cubicBezTo>
                  <a:cubicBezTo>
                    <a:pt x="4395" y="383849"/>
                    <a:pt x="-4714" y="417440"/>
                    <a:pt x="2638" y="448410"/>
                  </a:cubicBezTo>
                  <a:cubicBezTo>
                    <a:pt x="13802" y="494883"/>
                    <a:pt x="57898" y="521719"/>
                    <a:pt x="104792" y="524537"/>
                  </a:cubicBezTo>
                  <a:cubicBezTo>
                    <a:pt x="176012" y="524537"/>
                    <a:pt x="231539" y="460818"/>
                    <a:pt x="278229" y="416011"/>
                  </a:cubicBezTo>
                  <a:cubicBezTo>
                    <a:pt x="281134" y="413222"/>
                    <a:pt x="285693" y="412118"/>
                    <a:pt x="288591" y="414913"/>
                  </a:cubicBezTo>
                  <a:cubicBezTo>
                    <a:pt x="291511" y="417731"/>
                    <a:pt x="290425" y="422264"/>
                    <a:pt x="287603" y="425177"/>
                  </a:cubicBezTo>
                  <a:cubicBezTo>
                    <a:pt x="245317" y="468843"/>
                    <a:pt x="173779" y="536847"/>
                    <a:pt x="178024" y="604454"/>
                  </a:cubicBezTo>
                  <a:cubicBezTo>
                    <a:pt x="181399" y="655784"/>
                    <a:pt x="223583" y="699417"/>
                    <a:pt x="276948" y="698485"/>
                  </a:cubicBezTo>
                  <a:cubicBezTo>
                    <a:pt x="301620" y="698485"/>
                    <a:pt x="325832" y="689187"/>
                    <a:pt x="344100" y="672936"/>
                  </a:cubicBezTo>
                  <a:cubicBezTo>
                    <a:pt x="350434" y="667301"/>
                    <a:pt x="360624" y="667296"/>
                    <a:pt x="366958" y="672930"/>
                  </a:cubicBezTo>
                  <a:cubicBezTo>
                    <a:pt x="384603" y="688619"/>
                    <a:pt x="407703" y="697727"/>
                    <a:pt x="431486" y="698376"/>
                  </a:cubicBezTo>
                  <a:cubicBezTo>
                    <a:pt x="490714" y="700413"/>
                    <a:pt x="530644" y="650723"/>
                    <a:pt x="534123" y="595648"/>
                  </a:cubicBezTo>
                  <a:cubicBezTo>
                    <a:pt x="535073" y="530208"/>
                    <a:pt x="465567" y="467323"/>
                    <a:pt x="423655" y="425298"/>
                  </a:cubicBezTo>
                  <a:cubicBezTo>
                    <a:pt x="420806" y="422440"/>
                    <a:pt x="419675" y="417946"/>
                    <a:pt x="422530" y="415093"/>
                  </a:cubicBezTo>
                  <a:cubicBezTo>
                    <a:pt x="425395" y="412232"/>
                    <a:pt x="429999" y="413301"/>
                    <a:pt x="432960" y="416066"/>
                  </a:cubicBezTo>
                  <a:cubicBezTo>
                    <a:pt x="477528" y="457697"/>
                    <a:pt x="546581" y="527728"/>
                    <a:pt x="615504" y="523697"/>
                  </a:cubicBezTo>
                  <a:cubicBezTo>
                    <a:pt x="668288" y="520349"/>
                    <a:pt x="713029" y="477810"/>
                    <a:pt x="711143" y="424871"/>
                  </a:cubicBezTo>
                  <a:cubicBezTo>
                    <a:pt x="710660" y="401255"/>
                    <a:pt x="701293" y="378126"/>
                    <a:pt x="685115" y="360641"/>
                  </a:cubicBezTo>
                  <a:close/>
                </a:path>
              </a:pathLst>
            </a:custGeom>
            <a:solidFill>
              <a:srgbClr val="DB6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330200" cy="37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8300" y="3108846"/>
            <a:ext cx="1812105" cy="497505"/>
          </a:xfrm>
          <a:custGeom>
            <a:avLst/>
            <a:gdLst/>
            <a:ahLst/>
            <a:cxnLst/>
            <a:rect r="r" b="b" t="t" l="l"/>
            <a:pathLst>
              <a:path h="497505" w="1812105">
                <a:moveTo>
                  <a:pt x="0" y="0"/>
                </a:moveTo>
                <a:lnTo>
                  <a:pt x="1812105" y="0"/>
                </a:lnTo>
                <a:lnTo>
                  <a:pt x="1812105" y="497505"/>
                </a:lnTo>
                <a:lnTo>
                  <a:pt x="0" y="4975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88485" y="3357599"/>
            <a:ext cx="1812105" cy="497505"/>
          </a:xfrm>
          <a:custGeom>
            <a:avLst/>
            <a:gdLst/>
            <a:ahLst/>
            <a:cxnLst/>
            <a:rect r="r" b="b" t="t" l="l"/>
            <a:pathLst>
              <a:path h="497505" w="1812105">
                <a:moveTo>
                  <a:pt x="0" y="0"/>
                </a:moveTo>
                <a:lnTo>
                  <a:pt x="1812106" y="0"/>
                </a:lnTo>
                <a:lnTo>
                  <a:pt x="1812106" y="497505"/>
                </a:lnTo>
                <a:lnTo>
                  <a:pt x="0" y="4975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06925" y="6496405"/>
            <a:ext cx="3505165" cy="2977986"/>
            <a:chOff x="0" y="0"/>
            <a:chExt cx="923171" cy="7843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3171" cy="784326"/>
            </a:xfrm>
            <a:custGeom>
              <a:avLst/>
              <a:gdLst/>
              <a:ahLst/>
              <a:cxnLst/>
              <a:rect r="r" b="b" t="t" l="l"/>
              <a:pathLst>
                <a:path h="784326" w="923171">
                  <a:moveTo>
                    <a:pt x="205411" y="0"/>
                  </a:moveTo>
                  <a:lnTo>
                    <a:pt x="717760" y="0"/>
                  </a:lnTo>
                  <a:cubicBezTo>
                    <a:pt x="831205" y="0"/>
                    <a:pt x="923171" y="91966"/>
                    <a:pt x="923171" y="205411"/>
                  </a:cubicBezTo>
                  <a:lnTo>
                    <a:pt x="923171" y="578915"/>
                  </a:lnTo>
                  <a:cubicBezTo>
                    <a:pt x="923171" y="633393"/>
                    <a:pt x="901530" y="685640"/>
                    <a:pt x="863008" y="724162"/>
                  </a:cubicBezTo>
                  <a:cubicBezTo>
                    <a:pt x="824486" y="762684"/>
                    <a:pt x="772239" y="784326"/>
                    <a:pt x="717760" y="784326"/>
                  </a:cubicBezTo>
                  <a:lnTo>
                    <a:pt x="205411" y="784326"/>
                  </a:lnTo>
                  <a:cubicBezTo>
                    <a:pt x="91966" y="784326"/>
                    <a:pt x="0" y="692360"/>
                    <a:pt x="0" y="578915"/>
                  </a:cubicBezTo>
                  <a:lnTo>
                    <a:pt x="0" y="205411"/>
                  </a:lnTo>
                  <a:cubicBezTo>
                    <a:pt x="0" y="91966"/>
                    <a:pt x="91966" y="0"/>
                    <a:pt x="205411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23171" cy="841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789319" y="5654732"/>
            <a:ext cx="2526598" cy="1683346"/>
          </a:xfrm>
          <a:custGeom>
            <a:avLst/>
            <a:gdLst/>
            <a:ahLst/>
            <a:cxnLst/>
            <a:rect r="r" b="b" t="t" l="l"/>
            <a:pathLst>
              <a:path h="1683346" w="2526598">
                <a:moveTo>
                  <a:pt x="0" y="0"/>
                </a:moveTo>
                <a:lnTo>
                  <a:pt x="2526598" y="0"/>
                </a:lnTo>
                <a:lnTo>
                  <a:pt x="2526598" y="1683346"/>
                </a:lnTo>
                <a:lnTo>
                  <a:pt x="0" y="1683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455995" y="6496405"/>
            <a:ext cx="3505165" cy="2977986"/>
            <a:chOff x="0" y="0"/>
            <a:chExt cx="923171" cy="7843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3171" cy="784326"/>
            </a:xfrm>
            <a:custGeom>
              <a:avLst/>
              <a:gdLst/>
              <a:ahLst/>
              <a:cxnLst/>
              <a:rect r="r" b="b" t="t" l="l"/>
              <a:pathLst>
                <a:path h="784326" w="923171">
                  <a:moveTo>
                    <a:pt x="205411" y="0"/>
                  </a:moveTo>
                  <a:lnTo>
                    <a:pt x="717760" y="0"/>
                  </a:lnTo>
                  <a:cubicBezTo>
                    <a:pt x="831205" y="0"/>
                    <a:pt x="923171" y="91966"/>
                    <a:pt x="923171" y="205411"/>
                  </a:cubicBezTo>
                  <a:lnTo>
                    <a:pt x="923171" y="578915"/>
                  </a:lnTo>
                  <a:cubicBezTo>
                    <a:pt x="923171" y="633393"/>
                    <a:pt x="901530" y="685640"/>
                    <a:pt x="863008" y="724162"/>
                  </a:cubicBezTo>
                  <a:cubicBezTo>
                    <a:pt x="824486" y="762684"/>
                    <a:pt x="772239" y="784326"/>
                    <a:pt x="717760" y="784326"/>
                  </a:cubicBezTo>
                  <a:lnTo>
                    <a:pt x="205411" y="784326"/>
                  </a:lnTo>
                  <a:cubicBezTo>
                    <a:pt x="91966" y="784326"/>
                    <a:pt x="0" y="692360"/>
                    <a:pt x="0" y="578915"/>
                  </a:cubicBezTo>
                  <a:lnTo>
                    <a:pt x="0" y="205411"/>
                  </a:lnTo>
                  <a:cubicBezTo>
                    <a:pt x="0" y="91966"/>
                    <a:pt x="91966" y="0"/>
                    <a:pt x="205411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23171" cy="841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05065" y="6496405"/>
            <a:ext cx="3505165" cy="2977986"/>
            <a:chOff x="0" y="0"/>
            <a:chExt cx="923171" cy="7843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3171" cy="784326"/>
            </a:xfrm>
            <a:custGeom>
              <a:avLst/>
              <a:gdLst/>
              <a:ahLst/>
              <a:cxnLst/>
              <a:rect r="r" b="b" t="t" l="l"/>
              <a:pathLst>
                <a:path h="784326" w="923171">
                  <a:moveTo>
                    <a:pt x="205411" y="0"/>
                  </a:moveTo>
                  <a:lnTo>
                    <a:pt x="717760" y="0"/>
                  </a:lnTo>
                  <a:cubicBezTo>
                    <a:pt x="831205" y="0"/>
                    <a:pt x="923171" y="91966"/>
                    <a:pt x="923171" y="205411"/>
                  </a:cubicBezTo>
                  <a:lnTo>
                    <a:pt x="923171" y="578915"/>
                  </a:lnTo>
                  <a:cubicBezTo>
                    <a:pt x="923171" y="633393"/>
                    <a:pt x="901530" y="685640"/>
                    <a:pt x="863008" y="724162"/>
                  </a:cubicBezTo>
                  <a:cubicBezTo>
                    <a:pt x="824486" y="762684"/>
                    <a:pt x="772239" y="784326"/>
                    <a:pt x="717760" y="784326"/>
                  </a:cubicBezTo>
                  <a:lnTo>
                    <a:pt x="205411" y="784326"/>
                  </a:lnTo>
                  <a:cubicBezTo>
                    <a:pt x="91966" y="784326"/>
                    <a:pt x="0" y="692360"/>
                    <a:pt x="0" y="578915"/>
                  </a:cubicBezTo>
                  <a:lnTo>
                    <a:pt x="0" y="205411"/>
                  </a:lnTo>
                  <a:cubicBezTo>
                    <a:pt x="0" y="91966"/>
                    <a:pt x="91966" y="0"/>
                    <a:pt x="205411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23171" cy="841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938389" y="5676578"/>
            <a:ext cx="2526598" cy="1683346"/>
          </a:xfrm>
          <a:custGeom>
            <a:avLst/>
            <a:gdLst/>
            <a:ahLst/>
            <a:cxnLst/>
            <a:rect r="r" b="b" t="t" l="l"/>
            <a:pathLst>
              <a:path h="1683346" w="2526598">
                <a:moveTo>
                  <a:pt x="0" y="0"/>
                </a:moveTo>
                <a:lnTo>
                  <a:pt x="2526598" y="0"/>
                </a:lnTo>
                <a:lnTo>
                  <a:pt x="2526598" y="1683345"/>
                </a:lnTo>
                <a:lnTo>
                  <a:pt x="0" y="16833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754135" y="6496405"/>
            <a:ext cx="3505165" cy="2977986"/>
            <a:chOff x="0" y="0"/>
            <a:chExt cx="923171" cy="7843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3171" cy="784326"/>
            </a:xfrm>
            <a:custGeom>
              <a:avLst/>
              <a:gdLst/>
              <a:ahLst/>
              <a:cxnLst/>
              <a:rect r="r" b="b" t="t" l="l"/>
              <a:pathLst>
                <a:path h="784326" w="923171">
                  <a:moveTo>
                    <a:pt x="205411" y="0"/>
                  </a:moveTo>
                  <a:lnTo>
                    <a:pt x="717760" y="0"/>
                  </a:lnTo>
                  <a:cubicBezTo>
                    <a:pt x="831205" y="0"/>
                    <a:pt x="923171" y="91966"/>
                    <a:pt x="923171" y="205411"/>
                  </a:cubicBezTo>
                  <a:lnTo>
                    <a:pt x="923171" y="578915"/>
                  </a:lnTo>
                  <a:cubicBezTo>
                    <a:pt x="923171" y="633393"/>
                    <a:pt x="901530" y="685640"/>
                    <a:pt x="863008" y="724162"/>
                  </a:cubicBezTo>
                  <a:cubicBezTo>
                    <a:pt x="824486" y="762684"/>
                    <a:pt x="772239" y="784326"/>
                    <a:pt x="717760" y="784326"/>
                  </a:cubicBezTo>
                  <a:lnTo>
                    <a:pt x="205411" y="784326"/>
                  </a:lnTo>
                  <a:cubicBezTo>
                    <a:pt x="91966" y="784326"/>
                    <a:pt x="0" y="692360"/>
                    <a:pt x="0" y="578915"/>
                  </a:cubicBezTo>
                  <a:lnTo>
                    <a:pt x="0" y="205411"/>
                  </a:lnTo>
                  <a:cubicBezTo>
                    <a:pt x="0" y="91966"/>
                    <a:pt x="91966" y="0"/>
                    <a:pt x="205411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923171" cy="841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708194" y="5769097"/>
            <a:ext cx="1298907" cy="1298907"/>
          </a:xfrm>
          <a:custGeom>
            <a:avLst/>
            <a:gdLst/>
            <a:ahLst/>
            <a:cxnLst/>
            <a:rect r="r" b="b" t="t" l="l"/>
            <a:pathLst>
              <a:path h="1298907" w="1298907">
                <a:moveTo>
                  <a:pt x="0" y="0"/>
                </a:moveTo>
                <a:lnTo>
                  <a:pt x="1298907" y="0"/>
                </a:lnTo>
                <a:lnTo>
                  <a:pt x="1298907" y="1298907"/>
                </a:lnTo>
                <a:lnTo>
                  <a:pt x="0" y="1298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96064" y="2332709"/>
            <a:ext cx="5895871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Limitaçõ</a:t>
            </a:r>
            <a:r>
              <a:rPr lang="en-US" sz="6000" spc="-330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es e riscos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02653" y="7093223"/>
            <a:ext cx="2899929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el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ações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ide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ti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ficadas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ão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mp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cam cau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alidade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51724" y="7093223"/>
            <a:ext cx="2899929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Possív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el 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ê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nc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vari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áve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is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ev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nt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0794" y="7312298"/>
            <a:ext cx="2899929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Mod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elo ba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seado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dad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 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h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stór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ic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49864" y="7531373"/>
            <a:ext cx="289992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Prob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ilidad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 não cali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br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ad</a:t>
            </a:r>
            <a:r>
              <a:rPr lang="en-US" b="true" sz="2499" strike="noStrike" u="none">
                <a:solidFill>
                  <a:srgbClr val="32100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29396" y="4518082"/>
            <a:ext cx="130292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2100F"/>
                </a:solidFill>
                <a:latin typeface="TT Firs Neue"/>
                <a:ea typeface="TT Firs Neue"/>
                <a:cs typeface="TT Firs Neue"/>
                <a:sym typeface="TT Firs Neue"/>
              </a:rPr>
              <a:t>Os resultados devem ser utilizados como apoio à decisão, e não como regra absoluta.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857264" y="5841941"/>
            <a:ext cx="1298907" cy="1298907"/>
          </a:xfrm>
          <a:custGeom>
            <a:avLst/>
            <a:gdLst/>
            <a:ahLst/>
            <a:cxnLst/>
            <a:rect r="r" b="b" t="t" l="l"/>
            <a:pathLst>
              <a:path h="1298907" w="1298907">
                <a:moveTo>
                  <a:pt x="0" y="0"/>
                </a:moveTo>
                <a:lnTo>
                  <a:pt x="1298907" y="0"/>
                </a:lnTo>
                <a:lnTo>
                  <a:pt x="1298907" y="1298907"/>
                </a:lnTo>
                <a:lnTo>
                  <a:pt x="0" y="1298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407231" cy="399959"/>
            <a:chOff x="0" y="0"/>
            <a:chExt cx="7112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1200" cy="698499"/>
            </a:xfrm>
            <a:custGeom>
              <a:avLst/>
              <a:gdLst/>
              <a:ahLst/>
              <a:cxnLst/>
              <a:rect r="r" b="b" t="t" l="l"/>
              <a:pathLst>
                <a:path h="698499" w="711200">
                  <a:moveTo>
                    <a:pt x="685115" y="360641"/>
                  </a:moveTo>
                  <a:cubicBezTo>
                    <a:pt x="679370" y="354429"/>
                    <a:pt x="679379" y="344421"/>
                    <a:pt x="685114" y="338200"/>
                  </a:cubicBezTo>
                  <a:cubicBezTo>
                    <a:pt x="701040" y="320928"/>
                    <a:pt x="710352" y="298127"/>
                    <a:pt x="711012" y="274827"/>
                  </a:cubicBezTo>
                  <a:cubicBezTo>
                    <a:pt x="713217" y="216626"/>
                    <a:pt x="662461" y="177386"/>
                    <a:pt x="606428" y="173921"/>
                  </a:cubicBezTo>
                  <a:cubicBezTo>
                    <a:pt x="539706" y="173921"/>
                    <a:pt x="476081" y="240975"/>
                    <a:pt x="432998" y="282428"/>
                  </a:cubicBezTo>
                  <a:cubicBezTo>
                    <a:pt x="430088" y="285227"/>
                    <a:pt x="425512" y="286338"/>
                    <a:pt x="422609" y="283533"/>
                  </a:cubicBezTo>
                  <a:cubicBezTo>
                    <a:pt x="419696" y="280718"/>
                    <a:pt x="420784" y="276197"/>
                    <a:pt x="423600" y="273289"/>
                  </a:cubicBezTo>
                  <a:cubicBezTo>
                    <a:pt x="465849" y="229649"/>
                    <a:pt x="537503" y="161596"/>
                    <a:pt x="533176" y="94003"/>
                  </a:cubicBezTo>
                  <a:cubicBezTo>
                    <a:pt x="529921" y="42037"/>
                    <a:pt x="486575" y="-1905"/>
                    <a:pt x="432582" y="64"/>
                  </a:cubicBezTo>
                  <a:cubicBezTo>
                    <a:pt x="408377" y="540"/>
                    <a:pt x="385036" y="9860"/>
                    <a:pt x="367222" y="25639"/>
                  </a:cubicBezTo>
                  <a:cubicBezTo>
                    <a:pt x="360877" y="31260"/>
                    <a:pt x="350674" y="31246"/>
                    <a:pt x="344325" y="25628"/>
                  </a:cubicBezTo>
                  <a:cubicBezTo>
                    <a:pt x="326227" y="9615"/>
                    <a:pt x="302176" y="173"/>
                    <a:pt x="277727" y="173"/>
                  </a:cubicBezTo>
                  <a:cubicBezTo>
                    <a:pt x="219348" y="-723"/>
                    <a:pt x="180572" y="48613"/>
                    <a:pt x="177095" y="102920"/>
                  </a:cubicBezTo>
                  <a:cubicBezTo>
                    <a:pt x="176145" y="168415"/>
                    <a:pt x="245695" y="231167"/>
                    <a:pt x="287583" y="273277"/>
                  </a:cubicBezTo>
                  <a:cubicBezTo>
                    <a:pt x="290421" y="276131"/>
                    <a:pt x="291548" y="280609"/>
                    <a:pt x="288700" y="283455"/>
                  </a:cubicBezTo>
                  <a:cubicBezTo>
                    <a:pt x="285831" y="286323"/>
                    <a:pt x="281217" y="285256"/>
                    <a:pt x="278252" y="282485"/>
                  </a:cubicBezTo>
                  <a:cubicBezTo>
                    <a:pt x="233685" y="240847"/>
                    <a:pt x="164635" y="170835"/>
                    <a:pt x="95714" y="174851"/>
                  </a:cubicBezTo>
                  <a:cubicBezTo>
                    <a:pt x="52303" y="177606"/>
                    <a:pt x="12685" y="206873"/>
                    <a:pt x="2564" y="249008"/>
                  </a:cubicBezTo>
                  <a:cubicBezTo>
                    <a:pt x="-4907" y="280107"/>
                    <a:pt x="4251" y="314248"/>
                    <a:pt x="26102" y="337892"/>
                  </a:cubicBezTo>
                  <a:cubicBezTo>
                    <a:pt x="31845" y="344106"/>
                    <a:pt x="31844" y="354114"/>
                    <a:pt x="26105" y="360331"/>
                  </a:cubicBezTo>
                  <a:cubicBezTo>
                    <a:pt x="4395" y="383849"/>
                    <a:pt x="-4714" y="417440"/>
                    <a:pt x="2638" y="448410"/>
                  </a:cubicBezTo>
                  <a:cubicBezTo>
                    <a:pt x="13802" y="494883"/>
                    <a:pt x="57898" y="521719"/>
                    <a:pt x="104792" y="524537"/>
                  </a:cubicBezTo>
                  <a:cubicBezTo>
                    <a:pt x="176012" y="524537"/>
                    <a:pt x="231539" y="460818"/>
                    <a:pt x="278229" y="416011"/>
                  </a:cubicBezTo>
                  <a:cubicBezTo>
                    <a:pt x="281134" y="413222"/>
                    <a:pt x="285693" y="412118"/>
                    <a:pt x="288591" y="414913"/>
                  </a:cubicBezTo>
                  <a:cubicBezTo>
                    <a:pt x="291511" y="417731"/>
                    <a:pt x="290425" y="422264"/>
                    <a:pt x="287603" y="425177"/>
                  </a:cubicBezTo>
                  <a:cubicBezTo>
                    <a:pt x="245317" y="468843"/>
                    <a:pt x="173779" y="536847"/>
                    <a:pt x="178024" y="604454"/>
                  </a:cubicBezTo>
                  <a:cubicBezTo>
                    <a:pt x="181399" y="655784"/>
                    <a:pt x="223583" y="699417"/>
                    <a:pt x="276948" y="698485"/>
                  </a:cubicBezTo>
                  <a:cubicBezTo>
                    <a:pt x="301620" y="698485"/>
                    <a:pt x="325832" y="689187"/>
                    <a:pt x="344100" y="672936"/>
                  </a:cubicBezTo>
                  <a:cubicBezTo>
                    <a:pt x="350434" y="667301"/>
                    <a:pt x="360624" y="667296"/>
                    <a:pt x="366958" y="672930"/>
                  </a:cubicBezTo>
                  <a:cubicBezTo>
                    <a:pt x="384603" y="688619"/>
                    <a:pt x="407703" y="697727"/>
                    <a:pt x="431486" y="698376"/>
                  </a:cubicBezTo>
                  <a:cubicBezTo>
                    <a:pt x="490714" y="700413"/>
                    <a:pt x="530644" y="650723"/>
                    <a:pt x="534123" y="595648"/>
                  </a:cubicBezTo>
                  <a:cubicBezTo>
                    <a:pt x="535073" y="530208"/>
                    <a:pt x="465567" y="467323"/>
                    <a:pt x="423655" y="425298"/>
                  </a:cubicBezTo>
                  <a:cubicBezTo>
                    <a:pt x="420806" y="422440"/>
                    <a:pt x="419675" y="417946"/>
                    <a:pt x="422530" y="415093"/>
                  </a:cubicBezTo>
                  <a:cubicBezTo>
                    <a:pt x="425395" y="412232"/>
                    <a:pt x="429999" y="413301"/>
                    <a:pt x="432960" y="416066"/>
                  </a:cubicBezTo>
                  <a:cubicBezTo>
                    <a:pt x="477528" y="457697"/>
                    <a:pt x="546581" y="527728"/>
                    <a:pt x="615504" y="523697"/>
                  </a:cubicBezTo>
                  <a:cubicBezTo>
                    <a:pt x="668288" y="520349"/>
                    <a:pt x="713029" y="477810"/>
                    <a:pt x="711143" y="424871"/>
                  </a:cubicBezTo>
                  <a:cubicBezTo>
                    <a:pt x="710660" y="401255"/>
                    <a:pt x="701293" y="378126"/>
                    <a:pt x="685115" y="360641"/>
                  </a:cubicBezTo>
                  <a:close/>
                </a:path>
              </a:pathLst>
            </a:custGeom>
            <a:solidFill>
              <a:srgbClr val="DB6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33350"/>
              <a:ext cx="330200" cy="37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244162"/>
            <a:ext cx="16230600" cy="4497745"/>
            <a:chOff x="0" y="0"/>
            <a:chExt cx="4274726" cy="1184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1184591"/>
            </a:xfrm>
            <a:custGeom>
              <a:avLst/>
              <a:gdLst/>
              <a:ahLst/>
              <a:cxnLst/>
              <a:rect r="r" b="b" t="t" l="l"/>
              <a:pathLst>
                <a:path h="1184591" w="4274726">
                  <a:moveTo>
                    <a:pt x="44361" y="0"/>
                  </a:moveTo>
                  <a:lnTo>
                    <a:pt x="4230365" y="0"/>
                  </a:lnTo>
                  <a:cubicBezTo>
                    <a:pt x="4254865" y="0"/>
                    <a:pt x="4274726" y="19861"/>
                    <a:pt x="4274726" y="44361"/>
                  </a:cubicBezTo>
                  <a:lnTo>
                    <a:pt x="4274726" y="1140231"/>
                  </a:lnTo>
                  <a:cubicBezTo>
                    <a:pt x="4274726" y="1164730"/>
                    <a:pt x="4254865" y="1184591"/>
                    <a:pt x="4230365" y="1184591"/>
                  </a:cubicBezTo>
                  <a:lnTo>
                    <a:pt x="44361" y="1184591"/>
                  </a:lnTo>
                  <a:cubicBezTo>
                    <a:pt x="19861" y="1184591"/>
                    <a:pt x="0" y="1164730"/>
                    <a:pt x="0" y="1140231"/>
                  </a:cubicBezTo>
                  <a:lnTo>
                    <a:pt x="0" y="44361"/>
                  </a:lnTo>
                  <a:cubicBezTo>
                    <a:pt x="0" y="19861"/>
                    <a:pt x="19861" y="0"/>
                    <a:pt x="44361" y="0"/>
                  </a:cubicBezTo>
                  <a:close/>
                </a:path>
              </a:pathLst>
            </a:custGeom>
            <a:solidFill>
              <a:srgbClr val="F6F1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274726" cy="1241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69454" y="5281712"/>
            <a:ext cx="1812105" cy="497505"/>
          </a:xfrm>
          <a:custGeom>
            <a:avLst/>
            <a:gdLst/>
            <a:ahLst/>
            <a:cxnLst/>
            <a:rect r="r" b="b" t="t" l="l"/>
            <a:pathLst>
              <a:path h="497505" w="1812105">
                <a:moveTo>
                  <a:pt x="0" y="0"/>
                </a:moveTo>
                <a:lnTo>
                  <a:pt x="1812105" y="0"/>
                </a:lnTo>
                <a:lnTo>
                  <a:pt x="1812105" y="497505"/>
                </a:lnTo>
                <a:lnTo>
                  <a:pt x="0" y="4975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98334" y="3135810"/>
            <a:ext cx="12291331" cy="235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89"/>
              </a:lnSpc>
            </a:pPr>
            <a:r>
              <a:rPr lang="en-US" sz="13697" spc="-753">
                <a:solidFill>
                  <a:srgbClr val="32100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Obrigada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383613" y="3412035"/>
            <a:ext cx="1812105" cy="497505"/>
          </a:xfrm>
          <a:custGeom>
            <a:avLst/>
            <a:gdLst/>
            <a:ahLst/>
            <a:cxnLst/>
            <a:rect r="r" b="b" t="t" l="l"/>
            <a:pathLst>
              <a:path h="497505" w="1812105">
                <a:moveTo>
                  <a:pt x="0" y="0"/>
                </a:moveTo>
                <a:lnTo>
                  <a:pt x="1812105" y="0"/>
                </a:lnTo>
                <a:lnTo>
                  <a:pt x="1812105" y="497506"/>
                </a:lnTo>
                <a:lnTo>
                  <a:pt x="0" y="4975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DAHIonWMuuc</dc:identifier>
  <dcterms:modified xsi:type="dcterms:W3CDTF">2011-08-01T06:04:30Z</dcterms:modified>
  <cp:revision>1</cp:revision>
  <dc:title>Camila Takemoto Bertolini</dc:title>
</cp:coreProperties>
</file>